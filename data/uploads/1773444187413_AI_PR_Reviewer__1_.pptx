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E0CA"/>
          </a:solidFill>
        </a:fill>
      </a:tcStyle>
    </a:wholeTbl>
    <a:band2H>
      <a:tcTxStyle b="def" i="def"/>
      <a:tcStyle>
        <a:tcBdr/>
        <a:fill>
          <a:solidFill>
            <a:srgbClr val="E7F0E6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CDCA"/>
          </a:solidFill>
        </a:fill>
      </a:tcStyle>
    </a:wholeTbl>
    <a:band2H>
      <a:tcTxStyle b="def" i="def"/>
      <a:tcStyle>
        <a:tcBdr/>
        <a:fill>
          <a:solidFill>
            <a:srgbClr val="F0E8E6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BCBCB"/>
          </a:solidFill>
        </a:fill>
      </a:tcStyle>
    </a:wholeTbl>
    <a:band2H>
      <a:tcTxStyle b="def" i="def"/>
      <a:tcStyle>
        <a:tcBdr/>
        <a:fill>
          <a:solidFill>
            <a:srgbClr val="F5E7E7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1" name="Shape 51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Helvetica Neue"/>
      </a:defRPr>
    </a:lvl1pPr>
    <a:lvl2pPr indent="228600" latinLnBrk="0">
      <a:defRPr sz="1200">
        <a:latin typeface="+mj-lt"/>
        <a:ea typeface="+mj-ea"/>
        <a:cs typeface="+mj-cs"/>
        <a:sym typeface="Helvetica Neue"/>
      </a:defRPr>
    </a:lvl2pPr>
    <a:lvl3pPr indent="457200" latinLnBrk="0">
      <a:defRPr sz="1200">
        <a:latin typeface="+mj-lt"/>
        <a:ea typeface="+mj-ea"/>
        <a:cs typeface="+mj-cs"/>
        <a:sym typeface="Helvetica Neue"/>
      </a:defRPr>
    </a:lvl3pPr>
    <a:lvl4pPr indent="685800" latinLnBrk="0">
      <a:defRPr sz="1200">
        <a:latin typeface="+mj-lt"/>
        <a:ea typeface="+mj-ea"/>
        <a:cs typeface="+mj-cs"/>
        <a:sym typeface="Helvetica Neue"/>
      </a:defRPr>
    </a:lvl4pPr>
    <a:lvl5pPr indent="914400" latinLnBrk="0">
      <a:defRPr sz="1200">
        <a:latin typeface="+mj-lt"/>
        <a:ea typeface="+mj-ea"/>
        <a:cs typeface="+mj-cs"/>
        <a:sym typeface="Helvetica Neue"/>
      </a:defRPr>
    </a:lvl5pPr>
    <a:lvl6pPr indent="1143000" latinLnBrk="0">
      <a:defRPr sz="1200">
        <a:latin typeface="+mj-lt"/>
        <a:ea typeface="+mj-ea"/>
        <a:cs typeface="+mj-cs"/>
        <a:sym typeface="Helvetica Neue"/>
      </a:defRPr>
    </a:lvl6pPr>
    <a:lvl7pPr indent="1371600" latinLnBrk="0">
      <a:defRPr sz="1200">
        <a:latin typeface="+mj-lt"/>
        <a:ea typeface="+mj-ea"/>
        <a:cs typeface="+mj-cs"/>
        <a:sym typeface="Helvetica Neue"/>
      </a:defRPr>
    </a:lvl7pPr>
    <a:lvl8pPr indent="1600200" latinLnBrk="0">
      <a:defRPr sz="1200">
        <a:latin typeface="+mj-lt"/>
        <a:ea typeface="+mj-ea"/>
        <a:cs typeface="+mj-cs"/>
        <a:sym typeface="Helvetica Neue"/>
      </a:defRPr>
    </a:lvl8pPr>
    <a:lvl9pPr indent="1828800" latinLnBrk="0">
      <a:defRPr sz="1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Tijdelijke aanduiding voor tekst 5"/>
          <p:cNvGrpSpPr/>
          <p:nvPr/>
        </p:nvGrpSpPr>
        <p:grpSpPr>
          <a:xfrm>
            <a:off x="-1" y="-1"/>
            <a:ext cx="12192122" cy="3510002"/>
            <a:chOff x="0" y="0"/>
            <a:chExt cx="12192120" cy="3510000"/>
          </a:xfrm>
        </p:grpSpPr>
        <p:sp>
          <p:nvSpPr>
            <p:cNvPr id="20" name="Rectangle"/>
            <p:cNvSpPr/>
            <p:nvPr/>
          </p:nvSpPr>
          <p:spPr>
            <a:xfrm>
              <a:off x="-1" y="-1"/>
              <a:ext cx="12192122" cy="3510002"/>
            </a:xfrm>
            <a:prstGeom prst="rect">
              <a:avLst/>
            </a:prstGeom>
            <a:solidFill>
              <a:srgbClr val="0C257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  <a:tabLst>
                  <a:tab pos="673100" algn="l"/>
                  <a:tab pos="1358900" algn="l"/>
                  <a:tab pos="2044700" algn="l"/>
                  <a:tab pos="2730500" algn="l"/>
                  <a:tab pos="3416300" algn="l"/>
                  <a:tab pos="4102100" algn="l"/>
                  <a:tab pos="4787900" algn="l"/>
                  <a:tab pos="5473700" algn="l"/>
                  <a:tab pos="6146800" algn="l"/>
                  <a:tab pos="6832600" algn="l"/>
                  <a:tab pos="7518400" algn="l"/>
                  <a:tab pos="8204200" algn="l"/>
                  <a:tab pos="8890000" algn="l"/>
                  <a:tab pos="9575800" algn="l"/>
                  <a:tab pos="10261600" algn="l"/>
                  <a:tab pos="10934700" algn="l"/>
                </a:tabLst>
                <a:defRPr spc="-1" sz="1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1" name=".."/>
            <p:cNvSpPr txBox="1"/>
            <p:nvPr/>
          </p:nvSpPr>
          <p:spPr>
            <a:xfrm>
              <a:off x="-1" y="-1"/>
              <a:ext cx="12192122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ct val="90000"/>
                </a:lnSpc>
                <a:spcBef>
                  <a:spcPts val="400"/>
                </a:spcBef>
                <a:tabLst>
                  <a:tab pos="673100" algn="l"/>
                  <a:tab pos="1358900" algn="l"/>
                  <a:tab pos="2044700" algn="l"/>
                  <a:tab pos="2730500" algn="l"/>
                  <a:tab pos="3416300" algn="l"/>
                  <a:tab pos="4102100" algn="l"/>
                  <a:tab pos="4787900" algn="l"/>
                  <a:tab pos="5473700" algn="l"/>
                  <a:tab pos="6146800" algn="l"/>
                  <a:tab pos="6832600" algn="l"/>
                  <a:tab pos="7518400" algn="l"/>
                  <a:tab pos="8204200" algn="l"/>
                  <a:tab pos="8890000" algn="l"/>
                  <a:tab pos="9575800" algn="l"/>
                  <a:tab pos="10261600" algn="l"/>
                  <a:tab pos="10934700" algn="l"/>
                </a:tabLst>
                <a:defRPr spc="-1" sz="100">
                  <a:solidFill>
                    <a:srgbClr val="0C2577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..</a:t>
              </a:r>
            </a:p>
          </p:txBody>
        </p:sp>
      </p:grpSp>
      <p:pic>
        <p:nvPicPr>
          <p:cNvPr id="23" name="Picture 11" descr="Picture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0840" y="4853159"/>
            <a:ext cx="1244520" cy="1244521"/>
          </a:xfrm>
          <a:prstGeom prst="rect">
            <a:avLst/>
          </a:prstGeom>
          <a:ln w="12700">
            <a:miter lim="400000"/>
          </a:ln>
        </p:spPr>
      </p:pic>
      <p:sp>
        <p:nvSpPr>
          <p:cNvPr id="24" name="TextBox 12"/>
          <p:cNvSpPr txBox="1"/>
          <p:nvPr/>
        </p:nvSpPr>
        <p:spPr>
          <a:xfrm>
            <a:off x="1662480" y="5013359"/>
            <a:ext cx="5473081" cy="8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>
            <a:spAutoFit/>
          </a:bodyPr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b="1" spc="-1">
                <a:solidFill>
                  <a:srgbClr val="23298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Dr. Shyama Prasad Mukherjee International Institute of Information Technology, Naya Raipur </a:t>
            </a:r>
          </a:p>
        </p:txBody>
      </p:sp>
      <p:sp>
        <p:nvSpPr>
          <p:cNvPr id="25" name="Subtitle 2"/>
          <p:cNvSpPr txBox="1"/>
          <p:nvPr/>
        </p:nvSpPr>
        <p:spPr>
          <a:xfrm>
            <a:off x="8417160" y="3787919"/>
            <a:ext cx="3085561" cy="37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>
            <a:spAutoFit/>
          </a:bodyPr>
          <a:lstStyle>
            <a:lvl1pPr algn="ctr">
              <a:lnSpc>
                <a:spcPct val="90000"/>
              </a:lnSpc>
              <a:spcBef>
                <a:spcPts val="10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pc="-1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Date:</a:t>
            </a:r>
          </a:p>
        </p:txBody>
      </p:sp>
      <p:sp>
        <p:nvSpPr>
          <p:cNvPr id="26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"/>
          <p:cNvSpPr txBox="1"/>
          <p:nvPr>
            <p:ph type="sldNum" sz="quarter" idx="2"/>
          </p:nvPr>
        </p:nvSpPr>
        <p:spPr>
          <a:xfrm>
            <a:off x="11350473" y="6536666"/>
            <a:ext cx="258447" cy="27762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hthoek 19"/>
          <p:cNvSpPr/>
          <p:nvPr/>
        </p:nvSpPr>
        <p:spPr>
          <a:xfrm>
            <a:off x="-1" y="6465959"/>
            <a:ext cx="12192122" cy="404641"/>
          </a:xfrm>
          <a:prstGeom prst="rect">
            <a:avLst/>
          </a:prstGeom>
          <a:solidFill>
            <a:srgbClr val="0C2577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lnSpc>
                <a:spcPct val="95000"/>
              </a:lnSpc>
              <a:tabLst>
                <a:tab pos="673100" algn="l"/>
                <a:tab pos="1358900" algn="l"/>
                <a:tab pos="2044700" algn="l"/>
                <a:tab pos="2730500" algn="l"/>
                <a:tab pos="3416300" algn="l"/>
                <a:tab pos="4102100" algn="l"/>
                <a:tab pos="4787900" algn="l"/>
                <a:tab pos="5473700" algn="l"/>
                <a:tab pos="6146800" algn="l"/>
                <a:tab pos="6832600" algn="l"/>
                <a:tab pos="7518400" algn="l"/>
                <a:tab pos="8204200" algn="l"/>
                <a:tab pos="8890000" algn="l"/>
                <a:tab pos="9575800" algn="l"/>
                <a:tab pos="10261600" algn="l"/>
                <a:tab pos="10934700" algn="l"/>
              </a:tabLst>
              <a:defRPr spc="-1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41" name="Picture 8" descr="Picture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623600" y="230040"/>
            <a:ext cx="1460521" cy="1460520"/>
          </a:xfrm>
          <a:prstGeom prst="rect">
            <a:avLst/>
          </a:prstGeom>
          <a:ln w="12700">
            <a:miter lim="400000"/>
          </a:ln>
        </p:spPr>
      </p:pic>
      <p:sp>
        <p:nvSpPr>
          <p:cNvPr id="42" name="Title Text"/>
          <p:cNvSpPr txBox="1"/>
          <p:nvPr>
            <p:ph type="title"/>
          </p:nvPr>
        </p:nvSpPr>
        <p:spPr>
          <a:xfrm>
            <a:off x="838080" y="365040"/>
            <a:ext cx="10515601" cy="1325520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3" name="Body Level One…"/>
          <p:cNvSpPr txBox="1"/>
          <p:nvPr>
            <p:ph type="body" idx="1"/>
          </p:nvPr>
        </p:nvSpPr>
        <p:spPr>
          <a:xfrm>
            <a:off x="838080" y="1825200"/>
            <a:ext cx="10515601" cy="4351321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4" name="Slide Number"/>
          <p:cNvSpPr txBox="1"/>
          <p:nvPr>
            <p:ph type="sldNum" sz="quarter" idx="2"/>
          </p:nvPr>
        </p:nvSpPr>
        <p:spPr>
          <a:xfrm>
            <a:off x="11328513" y="6497067"/>
            <a:ext cx="258447" cy="27762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9"/>
          <p:cNvSpPr/>
          <p:nvPr/>
        </p:nvSpPr>
        <p:spPr>
          <a:xfrm>
            <a:off x="-1" y="6465959"/>
            <a:ext cx="12192122" cy="404641"/>
          </a:xfrm>
          <a:prstGeom prst="rect">
            <a:avLst/>
          </a:prstGeom>
          <a:solidFill>
            <a:srgbClr val="0C2577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lnSpc>
                <a:spcPct val="95000"/>
              </a:lnSpc>
              <a:tabLst>
                <a:tab pos="673100" algn="l"/>
                <a:tab pos="1358900" algn="l"/>
                <a:tab pos="2044700" algn="l"/>
                <a:tab pos="2730500" algn="l"/>
                <a:tab pos="3416300" algn="l"/>
                <a:tab pos="4102100" algn="l"/>
                <a:tab pos="4787900" algn="l"/>
                <a:tab pos="5473700" algn="l"/>
                <a:tab pos="6146800" algn="l"/>
                <a:tab pos="6832600" algn="l"/>
                <a:tab pos="7518400" algn="l"/>
                <a:tab pos="8204200" algn="l"/>
                <a:tab pos="8890000" algn="l"/>
                <a:tab pos="9575800" algn="l"/>
                <a:tab pos="10261600" algn="l"/>
                <a:tab pos="10934700" algn="l"/>
              </a:tabLst>
              <a:defRPr spc="-1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3" name="Picture 8" descr="Picture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623600" y="230040"/>
            <a:ext cx="1460521" cy="1460520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itle Text"/>
          <p:cNvSpPr txBox="1"/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/>
          <a:p>
            <a:pPr/>
            <a:r>
              <a:t>Title Text</a:t>
            </a:r>
          </a:p>
        </p:txBody>
      </p:sp>
      <p:sp>
        <p:nvSpPr>
          <p:cNvPr id="5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lide Number"/>
          <p:cNvSpPr txBox="1"/>
          <p:nvPr>
            <p:ph type="sldNum" sz="quarter" idx="2"/>
          </p:nvPr>
        </p:nvSpPr>
        <p:spPr>
          <a:xfrm>
            <a:off x="11328513" y="6497066"/>
            <a:ext cx="258447" cy="277627"/>
          </a:xfrm>
          <a:prstGeom prst="rect">
            <a:avLst/>
          </a:prstGeom>
          <a:ln w="12700">
            <a:miter lim="400000"/>
          </a:ln>
        </p:spPr>
        <p:txBody>
          <a:bodyPr wrap="none" lIns="46799" tIns="46799" rIns="46799" bIns="46799" anchor="ctr">
            <a:spAutoFit/>
          </a:bodyPr>
          <a:lstStyle>
            <a:lvl1pPr algn="r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pc="-1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914400" algn="l"/>
          <a:tab pos="1828800" algn="l"/>
          <a:tab pos="2743200" algn="l"/>
          <a:tab pos="3657600" algn="l"/>
          <a:tab pos="4572000" algn="l"/>
          <a:tab pos="5486400" algn="l"/>
          <a:tab pos="6400800" algn="l"/>
          <a:tab pos="7315200" algn="l"/>
          <a:tab pos="8229600" algn="l"/>
          <a:tab pos="9144000" algn="l"/>
          <a:tab pos="10058400" algn="l"/>
        </a:tabLst>
        <a:defRPr b="0" baseline="0" cap="none" i="0" spc="-1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914400" algn="l"/>
          <a:tab pos="1828800" algn="l"/>
          <a:tab pos="2743200" algn="l"/>
          <a:tab pos="3657600" algn="l"/>
          <a:tab pos="4572000" algn="l"/>
          <a:tab pos="5486400" algn="l"/>
          <a:tab pos="6400800" algn="l"/>
          <a:tab pos="7315200" algn="l"/>
          <a:tab pos="8229600" algn="l"/>
          <a:tab pos="9144000" algn="l"/>
          <a:tab pos="10058400" algn="l"/>
        </a:tabLst>
        <a:defRPr b="0" baseline="0" cap="none" i="0" spc="-1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914400" algn="l"/>
          <a:tab pos="1828800" algn="l"/>
          <a:tab pos="2743200" algn="l"/>
          <a:tab pos="3657600" algn="l"/>
          <a:tab pos="4572000" algn="l"/>
          <a:tab pos="5486400" algn="l"/>
          <a:tab pos="6400800" algn="l"/>
          <a:tab pos="7315200" algn="l"/>
          <a:tab pos="8229600" algn="l"/>
          <a:tab pos="9144000" algn="l"/>
          <a:tab pos="10058400" algn="l"/>
        </a:tabLst>
        <a:defRPr b="0" baseline="0" cap="none" i="0" spc="-1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914400" algn="l"/>
          <a:tab pos="1828800" algn="l"/>
          <a:tab pos="2743200" algn="l"/>
          <a:tab pos="3657600" algn="l"/>
          <a:tab pos="4572000" algn="l"/>
          <a:tab pos="5486400" algn="l"/>
          <a:tab pos="6400800" algn="l"/>
          <a:tab pos="7315200" algn="l"/>
          <a:tab pos="8229600" algn="l"/>
          <a:tab pos="9144000" algn="l"/>
          <a:tab pos="10058400" algn="l"/>
        </a:tabLst>
        <a:defRPr b="0" baseline="0" cap="none" i="0" spc="-1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914400" algn="l"/>
          <a:tab pos="1828800" algn="l"/>
          <a:tab pos="2743200" algn="l"/>
          <a:tab pos="3657600" algn="l"/>
          <a:tab pos="4572000" algn="l"/>
          <a:tab pos="5486400" algn="l"/>
          <a:tab pos="6400800" algn="l"/>
          <a:tab pos="7315200" algn="l"/>
          <a:tab pos="8229600" algn="l"/>
          <a:tab pos="9144000" algn="l"/>
          <a:tab pos="10058400" algn="l"/>
        </a:tabLst>
        <a:defRPr b="0" baseline="0" cap="none" i="0" spc="-1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914400" algn="l"/>
          <a:tab pos="1828800" algn="l"/>
          <a:tab pos="2743200" algn="l"/>
          <a:tab pos="3657600" algn="l"/>
          <a:tab pos="4572000" algn="l"/>
          <a:tab pos="5486400" algn="l"/>
          <a:tab pos="6400800" algn="l"/>
          <a:tab pos="7315200" algn="l"/>
          <a:tab pos="8229600" algn="l"/>
          <a:tab pos="9144000" algn="l"/>
          <a:tab pos="10058400" algn="l"/>
        </a:tabLst>
        <a:defRPr b="0" baseline="0" cap="none" i="0" spc="-1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914400" algn="l"/>
          <a:tab pos="1828800" algn="l"/>
          <a:tab pos="2743200" algn="l"/>
          <a:tab pos="3657600" algn="l"/>
          <a:tab pos="4572000" algn="l"/>
          <a:tab pos="5486400" algn="l"/>
          <a:tab pos="6400800" algn="l"/>
          <a:tab pos="7315200" algn="l"/>
          <a:tab pos="8229600" algn="l"/>
          <a:tab pos="9144000" algn="l"/>
          <a:tab pos="10058400" algn="l"/>
        </a:tabLst>
        <a:defRPr b="0" baseline="0" cap="none" i="0" spc="-1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914400" algn="l"/>
          <a:tab pos="1828800" algn="l"/>
          <a:tab pos="2743200" algn="l"/>
          <a:tab pos="3657600" algn="l"/>
          <a:tab pos="4572000" algn="l"/>
          <a:tab pos="5486400" algn="l"/>
          <a:tab pos="6400800" algn="l"/>
          <a:tab pos="7315200" algn="l"/>
          <a:tab pos="8229600" algn="l"/>
          <a:tab pos="9144000" algn="l"/>
          <a:tab pos="10058400" algn="l"/>
        </a:tabLst>
        <a:defRPr b="0" baseline="0" cap="none" i="0" spc="-1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914400" algn="l"/>
          <a:tab pos="1828800" algn="l"/>
          <a:tab pos="2743200" algn="l"/>
          <a:tab pos="3657600" algn="l"/>
          <a:tab pos="4572000" algn="l"/>
          <a:tab pos="5486400" algn="l"/>
          <a:tab pos="6400800" algn="l"/>
          <a:tab pos="7315200" algn="l"/>
          <a:tab pos="8229600" algn="l"/>
          <a:tab pos="9144000" algn="l"/>
          <a:tab pos="10058400" algn="l"/>
        </a:tabLst>
        <a:defRPr b="0" baseline="0" cap="none" i="0" spc="-1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ct val="100000"/>
        <a:buFont typeface="Arial"/>
        <a:buChar char="•"/>
        <a:tabLst>
          <a:tab pos="914400" algn="l"/>
          <a:tab pos="1828800" algn="l"/>
          <a:tab pos="2743200" algn="l"/>
          <a:tab pos="3657600" algn="l"/>
          <a:tab pos="4572000" algn="l"/>
          <a:tab pos="5486400" algn="l"/>
          <a:tab pos="6400800" algn="l"/>
          <a:tab pos="7315200" algn="l"/>
          <a:tab pos="8229600" algn="l"/>
          <a:tab pos="9144000" algn="l"/>
          <a:tab pos="10058400" algn="l"/>
        </a:tabLst>
        <a:defRPr b="0" baseline="0" cap="none" i="0" spc="-1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6858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ct val="100000"/>
        <a:buFont typeface="Arial"/>
        <a:buChar char=""/>
        <a:tabLst>
          <a:tab pos="914400" algn="l"/>
          <a:tab pos="1828800" algn="l"/>
          <a:tab pos="2743200" algn="l"/>
          <a:tab pos="3657600" algn="l"/>
          <a:tab pos="4572000" algn="l"/>
          <a:tab pos="5486400" algn="l"/>
          <a:tab pos="6400800" algn="l"/>
          <a:tab pos="7315200" algn="l"/>
          <a:tab pos="8229600" algn="l"/>
          <a:tab pos="9144000" algn="l"/>
          <a:tab pos="10058400" algn="l"/>
        </a:tabLst>
        <a:defRPr b="0" baseline="0" cap="none" i="0" spc="-1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1430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ct val="100000"/>
        <a:buFont typeface="Arial"/>
        <a:buChar char=""/>
        <a:tabLst>
          <a:tab pos="914400" algn="l"/>
          <a:tab pos="1828800" algn="l"/>
          <a:tab pos="2743200" algn="l"/>
          <a:tab pos="3657600" algn="l"/>
          <a:tab pos="4572000" algn="l"/>
          <a:tab pos="5486400" algn="l"/>
          <a:tab pos="6400800" algn="l"/>
          <a:tab pos="7315200" algn="l"/>
          <a:tab pos="8229600" algn="l"/>
          <a:tab pos="9144000" algn="l"/>
          <a:tab pos="10058400" algn="l"/>
        </a:tabLst>
        <a:defRPr b="0" baseline="0" cap="none" i="0" spc="-1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6002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ct val="100000"/>
        <a:buFont typeface="Arial"/>
        <a:buChar char=""/>
        <a:tabLst>
          <a:tab pos="914400" algn="l"/>
          <a:tab pos="1828800" algn="l"/>
          <a:tab pos="2743200" algn="l"/>
          <a:tab pos="3657600" algn="l"/>
          <a:tab pos="4572000" algn="l"/>
          <a:tab pos="5486400" algn="l"/>
          <a:tab pos="6400800" algn="l"/>
          <a:tab pos="7315200" algn="l"/>
          <a:tab pos="8229600" algn="l"/>
          <a:tab pos="9144000" algn="l"/>
          <a:tab pos="10058400" algn="l"/>
        </a:tabLst>
        <a:defRPr b="0" baseline="0" cap="none" i="0" spc="-1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0574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ct val="100000"/>
        <a:buFont typeface="Arial"/>
        <a:buChar char=""/>
        <a:tabLst>
          <a:tab pos="914400" algn="l"/>
          <a:tab pos="1828800" algn="l"/>
          <a:tab pos="2743200" algn="l"/>
          <a:tab pos="3657600" algn="l"/>
          <a:tab pos="4572000" algn="l"/>
          <a:tab pos="5486400" algn="l"/>
          <a:tab pos="6400800" algn="l"/>
          <a:tab pos="7315200" algn="l"/>
          <a:tab pos="8229600" algn="l"/>
          <a:tab pos="9144000" algn="l"/>
          <a:tab pos="10058400" algn="l"/>
        </a:tabLst>
        <a:defRPr b="0" baseline="0" cap="none" i="0" spc="-1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0574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ct val="100000"/>
        <a:buFont typeface="Arial"/>
        <a:buChar char=""/>
        <a:tabLst>
          <a:tab pos="914400" algn="l"/>
          <a:tab pos="1828800" algn="l"/>
          <a:tab pos="2743200" algn="l"/>
          <a:tab pos="3657600" algn="l"/>
          <a:tab pos="4572000" algn="l"/>
          <a:tab pos="5486400" algn="l"/>
          <a:tab pos="6400800" algn="l"/>
          <a:tab pos="7315200" algn="l"/>
          <a:tab pos="8229600" algn="l"/>
          <a:tab pos="9144000" algn="l"/>
          <a:tab pos="10058400" algn="l"/>
        </a:tabLst>
        <a:defRPr b="0" baseline="0" cap="none" i="0" spc="-1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20574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ct val="100000"/>
        <a:buFont typeface="Arial"/>
        <a:buChar char=""/>
        <a:tabLst>
          <a:tab pos="914400" algn="l"/>
          <a:tab pos="1828800" algn="l"/>
          <a:tab pos="2743200" algn="l"/>
          <a:tab pos="3657600" algn="l"/>
          <a:tab pos="4572000" algn="l"/>
          <a:tab pos="5486400" algn="l"/>
          <a:tab pos="6400800" algn="l"/>
          <a:tab pos="7315200" algn="l"/>
          <a:tab pos="8229600" algn="l"/>
          <a:tab pos="9144000" algn="l"/>
          <a:tab pos="10058400" algn="l"/>
        </a:tabLst>
        <a:defRPr b="0" baseline="0" cap="none" i="0" spc="-1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Tx/>
        <a:buFont typeface="Arial"/>
        <a:buNone/>
        <a:tabLst>
          <a:tab pos="914400" algn="l"/>
          <a:tab pos="1828800" algn="l"/>
          <a:tab pos="2743200" algn="l"/>
          <a:tab pos="3657600" algn="l"/>
          <a:tab pos="4572000" algn="l"/>
          <a:tab pos="5486400" algn="l"/>
          <a:tab pos="6400800" algn="l"/>
          <a:tab pos="7315200" algn="l"/>
          <a:tab pos="8229600" algn="l"/>
          <a:tab pos="9144000" algn="l"/>
          <a:tab pos="10058400" algn="l"/>
        </a:tabLst>
        <a:defRPr b="0" baseline="0" cap="none" i="0" spc="-1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Tx/>
        <a:buFont typeface="Arial"/>
        <a:buNone/>
        <a:tabLst>
          <a:tab pos="914400" algn="l"/>
          <a:tab pos="1828800" algn="l"/>
          <a:tab pos="2743200" algn="l"/>
          <a:tab pos="3657600" algn="l"/>
          <a:tab pos="4572000" algn="l"/>
          <a:tab pos="5486400" algn="l"/>
          <a:tab pos="6400800" algn="l"/>
          <a:tab pos="7315200" algn="l"/>
          <a:tab pos="8229600" algn="l"/>
          <a:tab pos="9144000" algn="l"/>
          <a:tab pos="10058400" algn="l"/>
        </a:tabLst>
        <a:defRPr b="0" baseline="0" cap="none" i="0" spc="-1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914400" algn="l"/>
          <a:tab pos="1828800" algn="l"/>
          <a:tab pos="2743200" algn="l"/>
          <a:tab pos="3657600" algn="l"/>
          <a:tab pos="4572000" algn="l"/>
          <a:tab pos="5486400" algn="l"/>
          <a:tab pos="6400800" algn="l"/>
          <a:tab pos="7315200" algn="l"/>
          <a:tab pos="8229600" algn="l"/>
          <a:tab pos="9144000" algn="l"/>
          <a:tab pos="10058400" algn="l"/>
        </a:tabLst>
        <a:defRPr b="0" baseline="0" cap="none" i="0" spc="-1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914400" algn="l"/>
          <a:tab pos="1828800" algn="l"/>
          <a:tab pos="2743200" algn="l"/>
          <a:tab pos="3657600" algn="l"/>
          <a:tab pos="4572000" algn="l"/>
          <a:tab pos="5486400" algn="l"/>
          <a:tab pos="6400800" algn="l"/>
          <a:tab pos="7315200" algn="l"/>
          <a:tab pos="8229600" algn="l"/>
          <a:tab pos="9144000" algn="l"/>
          <a:tab pos="10058400" algn="l"/>
        </a:tabLst>
        <a:defRPr b="0" baseline="0" cap="none" i="0" spc="-1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914400" algn="l"/>
          <a:tab pos="1828800" algn="l"/>
          <a:tab pos="2743200" algn="l"/>
          <a:tab pos="3657600" algn="l"/>
          <a:tab pos="4572000" algn="l"/>
          <a:tab pos="5486400" algn="l"/>
          <a:tab pos="6400800" algn="l"/>
          <a:tab pos="7315200" algn="l"/>
          <a:tab pos="8229600" algn="l"/>
          <a:tab pos="9144000" algn="l"/>
          <a:tab pos="10058400" algn="l"/>
        </a:tabLst>
        <a:defRPr b="0" baseline="0" cap="none" i="0" spc="-1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914400" algn="l"/>
          <a:tab pos="1828800" algn="l"/>
          <a:tab pos="2743200" algn="l"/>
          <a:tab pos="3657600" algn="l"/>
          <a:tab pos="4572000" algn="l"/>
          <a:tab pos="5486400" algn="l"/>
          <a:tab pos="6400800" algn="l"/>
          <a:tab pos="7315200" algn="l"/>
          <a:tab pos="8229600" algn="l"/>
          <a:tab pos="9144000" algn="l"/>
          <a:tab pos="10058400" algn="l"/>
        </a:tabLst>
        <a:defRPr b="0" baseline="0" cap="none" i="0" spc="-1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914400" algn="l"/>
          <a:tab pos="1828800" algn="l"/>
          <a:tab pos="2743200" algn="l"/>
          <a:tab pos="3657600" algn="l"/>
          <a:tab pos="4572000" algn="l"/>
          <a:tab pos="5486400" algn="l"/>
          <a:tab pos="6400800" algn="l"/>
          <a:tab pos="7315200" algn="l"/>
          <a:tab pos="8229600" algn="l"/>
          <a:tab pos="9144000" algn="l"/>
          <a:tab pos="10058400" algn="l"/>
        </a:tabLst>
        <a:defRPr b="0" baseline="0" cap="none" i="0" spc="-1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914400" algn="l"/>
          <a:tab pos="1828800" algn="l"/>
          <a:tab pos="2743200" algn="l"/>
          <a:tab pos="3657600" algn="l"/>
          <a:tab pos="4572000" algn="l"/>
          <a:tab pos="5486400" algn="l"/>
          <a:tab pos="6400800" algn="l"/>
          <a:tab pos="7315200" algn="l"/>
          <a:tab pos="8229600" algn="l"/>
          <a:tab pos="9144000" algn="l"/>
          <a:tab pos="10058400" algn="l"/>
        </a:tabLst>
        <a:defRPr b="0" baseline="0" cap="none" i="0" spc="-1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914400" algn="l"/>
          <a:tab pos="1828800" algn="l"/>
          <a:tab pos="2743200" algn="l"/>
          <a:tab pos="3657600" algn="l"/>
          <a:tab pos="4572000" algn="l"/>
          <a:tab pos="5486400" algn="l"/>
          <a:tab pos="6400800" algn="l"/>
          <a:tab pos="7315200" algn="l"/>
          <a:tab pos="8229600" algn="l"/>
          <a:tab pos="9144000" algn="l"/>
          <a:tab pos="10058400" algn="l"/>
        </a:tabLst>
        <a:defRPr b="0" baseline="0" cap="none" i="0" spc="-1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914400" algn="l"/>
          <a:tab pos="1828800" algn="l"/>
          <a:tab pos="2743200" algn="l"/>
          <a:tab pos="3657600" algn="l"/>
          <a:tab pos="4572000" algn="l"/>
          <a:tab pos="5486400" algn="l"/>
          <a:tab pos="6400800" algn="l"/>
          <a:tab pos="7315200" algn="l"/>
          <a:tab pos="8229600" algn="l"/>
          <a:tab pos="9144000" algn="l"/>
          <a:tab pos="10058400" algn="l"/>
        </a:tabLst>
        <a:defRPr b="0" baseline="0" cap="none" i="0" spc="-1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914400" algn="l"/>
          <a:tab pos="1828800" algn="l"/>
          <a:tab pos="2743200" algn="l"/>
          <a:tab pos="3657600" algn="l"/>
          <a:tab pos="4572000" algn="l"/>
          <a:tab pos="5486400" algn="l"/>
          <a:tab pos="6400800" algn="l"/>
          <a:tab pos="7315200" algn="l"/>
          <a:tab pos="8229600" algn="l"/>
          <a:tab pos="9144000" algn="l"/>
          <a:tab pos="10058400" algn="l"/>
        </a:tabLst>
        <a:defRPr b="0" baseline="0" cap="none" i="0" spc="-1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 txBox="1"/>
          <p:nvPr>
            <p:ph type="body" sz="quarter" idx="4294967295"/>
          </p:nvPr>
        </p:nvSpPr>
        <p:spPr>
          <a:xfrm>
            <a:off x="-361" y="3509640"/>
            <a:ext cx="12192122" cy="1011241"/>
          </a:xfrm>
          <a:prstGeom prst="rect">
            <a:avLst/>
          </a:prstGeom>
          <a:solidFill>
            <a:srgbClr val="8592BC"/>
          </a:solidFill>
        </p:spPr>
        <p:txBody>
          <a:bodyPr/>
          <a:lstStyle/>
          <a:p>
            <a:pPr marL="0" indent="0">
              <a:buSzTx/>
              <a:buNone/>
              <a:defRPr sz="100">
                <a:solidFill>
                  <a:srgbClr val="DBEFF9"/>
                </a:solidFill>
              </a:defRPr>
            </a:pPr>
          </a:p>
        </p:txBody>
      </p:sp>
      <p:sp>
        <p:nvSpPr>
          <p:cNvPr id="54" name="PlaceHolder 2"/>
          <p:cNvSpPr txBox="1"/>
          <p:nvPr>
            <p:ph type="title" idx="4294967295"/>
          </p:nvPr>
        </p:nvSpPr>
        <p:spPr>
          <a:xfrm>
            <a:off x="1523880" y="1122480"/>
            <a:ext cx="9144001" cy="1635120"/>
          </a:xfrm>
          <a:prstGeom prst="rect">
            <a:avLst/>
          </a:prstGeom>
        </p:spPr>
        <p:txBody>
          <a:bodyPr lIns="45719" tIns="45719" rIns="45719" bIns="45719" anchor="b">
            <a:normAutofit fontScale="100000" lnSpcReduction="0"/>
          </a:bodyPr>
          <a:lstStyle>
            <a:lvl1pPr algn="ctr">
              <a:defRPr b="1" spc="-100" sz="4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AI Multi-Agent Pull Request Reviewer</a:t>
            </a:r>
          </a:p>
        </p:txBody>
      </p:sp>
      <p:sp>
        <p:nvSpPr>
          <p:cNvPr id="55" name="PlaceHolder 3"/>
          <p:cNvSpPr txBox="1"/>
          <p:nvPr/>
        </p:nvSpPr>
        <p:spPr>
          <a:xfrm>
            <a:off x="3858959" y="2830320"/>
            <a:ext cx="4474082" cy="60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59536">
              <a:lnSpc>
                <a:spcPct val="90000"/>
              </a:lnSpc>
              <a:spcBef>
                <a:spcPts val="300"/>
              </a:spcBef>
              <a:tabLst>
                <a:tab pos="622300" algn="l"/>
                <a:tab pos="1270000" algn="l"/>
                <a:tab pos="1917700" algn="l"/>
                <a:tab pos="2565400" algn="l"/>
                <a:tab pos="3200400" algn="l"/>
                <a:tab pos="3848100" algn="l"/>
                <a:tab pos="4495800" algn="l"/>
                <a:tab pos="5143500" algn="l"/>
                <a:tab pos="5765800" algn="l"/>
                <a:tab pos="6413500" algn="l"/>
                <a:tab pos="7061200" algn="l"/>
                <a:tab pos="7708900" algn="l"/>
                <a:tab pos="8343900" algn="l"/>
                <a:tab pos="8991600" algn="l"/>
                <a:tab pos="9639300" algn="l"/>
                <a:tab pos="10274300" algn="l"/>
              </a:tabLst>
              <a:defRPr spc="-94" sz="2256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Supervisor name: Prof. Srinivasa K.G.</a:t>
            </a:r>
          </a:p>
        </p:txBody>
      </p:sp>
      <p:sp>
        <p:nvSpPr>
          <p:cNvPr id="56" name="TextBox 8"/>
          <p:cNvSpPr txBox="1"/>
          <p:nvPr/>
        </p:nvSpPr>
        <p:spPr>
          <a:xfrm>
            <a:off x="8667610" y="3588963"/>
            <a:ext cx="3020401" cy="43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>
            <a:spAutoFit/>
          </a:bodyPr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pc="-1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Date: 12-03-2026</a:t>
            </a:r>
          </a:p>
        </p:txBody>
      </p:sp>
      <p:sp>
        <p:nvSpPr>
          <p:cNvPr id="57" name="Footer Placeholder 9"/>
          <p:cNvSpPr txBox="1"/>
          <p:nvPr/>
        </p:nvSpPr>
        <p:spPr>
          <a:xfrm>
            <a:off x="3053159" y="6492959"/>
            <a:ext cx="5919122" cy="365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>
            <a:normAutofit fontScale="100000" lnSpcReduction="0"/>
          </a:bodyPr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pc="-100" sz="13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International Institute of Information Technology, Naya Raipur</a:t>
            </a:r>
          </a:p>
        </p:txBody>
      </p:sp>
      <p:sp>
        <p:nvSpPr>
          <p:cNvPr id="58" name="PlaceHolder 3"/>
          <p:cNvSpPr txBox="1"/>
          <p:nvPr/>
        </p:nvSpPr>
        <p:spPr>
          <a:xfrm>
            <a:off x="14062" y="3582179"/>
            <a:ext cx="4474081" cy="60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676655">
              <a:lnSpc>
                <a:spcPct val="90000"/>
              </a:lnSpc>
              <a:spcBef>
                <a:spcPts val="200"/>
              </a:spcBef>
              <a:tabLst>
                <a:tab pos="495300" algn="l"/>
                <a:tab pos="1003300" algn="l"/>
                <a:tab pos="1511300" algn="l"/>
                <a:tab pos="2019300" algn="l"/>
                <a:tab pos="2527300" algn="l"/>
                <a:tab pos="3035300" algn="l"/>
                <a:tab pos="3530600" algn="l"/>
                <a:tab pos="4038600" algn="l"/>
                <a:tab pos="4546600" algn="l"/>
                <a:tab pos="5054600" algn="l"/>
                <a:tab pos="5562600" algn="l"/>
                <a:tab pos="6070600" algn="l"/>
                <a:tab pos="6578600" algn="l"/>
                <a:tab pos="7073900" algn="l"/>
                <a:tab pos="7581900" algn="l"/>
                <a:tab pos="8089900" algn="l"/>
              </a:tabLst>
              <a:defRPr spc="-74" sz="1776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defTabSz="676655">
              <a:lnSpc>
                <a:spcPct val="90000"/>
              </a:lnSpc>
              <a:spcBef>
                <a:spcPts val="200"/>
              </a:spcBef>
              <a:tabLst>
                <a:tab pos="495300" algn="l"/>
                <a:tab pos="1003300" algn="l"/>
                <a:tab pos="1511300" algn="l"/>
                <a:tab pos="2019300" algn="l"/>
                <a:tab pos="2527300" algn="l"/>
                <a:tab pos="3035300" algn="l"/>
                <a:tab pos="3530600" algn="l"/>
                <a:tab pos="4038600" algn="l"/>
                <a:tab pos="4546600" algn="l"/>
                <a:tab pos="5054600" algn="l"/>
                <a:tab pos="5562600" algn="l"/>
                <a:tab pos="6070600" algn="l"/>
                <a:tab pos="6578600" algn="l"/>
                <a:tab pos="7073900" algn="l"/>
                <a:tab pos="7581900" algn="l"/>
                <a:tab pos="8089900" algn="l"/>
              </a:tabLst>
              <a:defRPr spc="-74" sz="1776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</a:lstStyle>
          <a:p>
            <a:pPr/>
            <a:r>
              <a:t>Group Members: Aksh Verma</a:t>
            </a:r>
          </a:p>
          <a:p>
            <a:pPr lvl="1"/>
            <a:r>
              <a:t>                                    Gaurav Singh</a:t>
            </a:r>
          </a:p>
        </p:txBody>
      </p:sp>
      <p:sp>
        <p:nvSpPr>
          <p:cNvPr id="59" name="PlaceHolder 3"/>
          <p:cNvSpPr txBox="1"/>
          <p:nvPr/>
        </p:nvSpPr>
        <p:spPr>
          <a:xfrm>
            <a:off x="1625846" y="4096532"/>
            <a:ext cx="4474081" cy="60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spcBef>
                <a:spcPts val="400"/>
              </a:spcBef>
              <a:tabLst>
                <a:tab pos="673100" algn="l"/>
                <a:tab pos="1358900" algn="l"/>
                <a:tab pos="2044700" algn="l"/>
                <a:tab pos="2730500" algn="l"/>
                <a:tab pos="3416300" algn="l"/>
                <a:tab pos="4102100" algn="l"/>
                <a:tab pos="4787900" algn="l"/>
                <a:tab pos="5473700" algn="l"/>
                <a:tab pos="6146800" algn="l"/>
                <a:tab pos="6832600" algn="l"/>
                <a:tab pos="7518400" algn="l"/>
                <a:tab pos="8204200" algn="l"/>
                <a:tab pos="8890000" algn="l"/>
                <a:tab pos="9575800" algn="l"/>
                <a:tab pos="10261600" algn="l"/>
                <a:tab pos="10934700" algn="l"/>
              </a:tabLst>
              <a:defRPr spc="-70" sz="17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Harsh Kaushik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Introduction &amp; Problem Statement…"/>
          <p:cNvSpPr txBox="1"/>
          <p:nvPr/>
        </p:nvSpPr>
        <p:spPr>
          <a:xfrm>
            <a:off x="883800" y="1529999"/>
            <a:ext cx="10424160" cy="46465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208026" indent="-208026" defTabSz="832104">
              <a:lnSpc>
                <a:spcPct val="90000"/>
              </a:lnSpc>
              <a:spcBef>
                <a:spcPts val="900"/>
              </a:spcBef>
              <a:buClr>
                <a:srgbClr val="002060"/>
              </a:buClr>
              <a:buSzPct val="100000"/>
              <a:buFont typeface="Arial"/>
              <a:buChar char="•"/>
              <a:tabLst>
                <a:tab pos="825500" algn="l"/>
                <a:tab pos="1663700" algn="l"/>
                <a:tab pos="2489200" algn="l"/>
                <a:tab pos="3327400" algn="l"/>
                <a:tab pos="4152900" algn="l"/>
                <a:tab pos="4991100" algn="l"/>
                <a:tab pos="5816600" algn="l"/>
                <a:tab pos="6654800" algn="l"/>
                <a:tab pos="7480300" algn="l"/>
                <a:tab pos="8318500" algn="l"/>
                <a:tab pos="9144000" algn="l"/>
              </a:tabLst>
              <a:defRPr spc="-91" sz="2184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Introduction &amp; Problem Statement</a:t>
            </a:r>
            <a:endParaRPr spc="0"/>
          </a:p>
          <a:p>
            <a:pPr marL="208026" indent="-208026" defTabSz="832104">
              <a:lnSpc>
                <a:spcPct val="90000"/>
              </a:lnSpc>
              <a:spcBef>
                <a:spcPts val="900"/>
              </a:spcBef>
              <a:buClr>
                <a:srgbClr val="002060"/>
              </a:buClr>
              <a:buSzPct val="100000"/>
              <a:buFont typeface="Arial"/>
              <a:buChar char="•"/>
              <a:tabLst>
                <a:tab pos="825500" algn="l"/>
                <a:tab pos="1663700" algn="l"/>
                <a:tab pos="2489200" algn="l"/>
                <a:tab pos="3327400" algn="l"/>
                <a:tab pos="4152900" algn="l"/>
                <a:tab pos="4991100" algn="l"/>
                <a:tab pos="5816600" algn="l"/>
                <a:tab pos="6654800" algn="l"/>
                <a:tab pos="7480300" algn="l"/>
                <a:tab pos="8318500" algn="l"/>
                <a:tab pos="9144000" algn="l"/>
              </a:tabLst>
              <a:defRPr spc="-91" sz="2184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Motivation: Issues and Challenges in Code Review</a:t>
            </a:r>
            <a:endParaRPr spc="0"/>
          </a:p>
          <a:p>
            <a:pPr marL="208026" indent="-208026" defTabSz="832104">
              <a:lnSpc>
                <a:spcPct val="90000"/>
              </a:lnSpc>
              <a:spcBef>
                <a:spcPts val="900"/>
              </a:spcBef>
              <a:buClr>
                <a:srgbClr val="002060"/>
              </a:buClr>
              <a:buSzPct val="100000"/>
              <a:buFont typeface="Arial"/>
              <a:buChar char="•"/>
              <a:tabLst>
                <a:tab pos="825500" algn="l"/>
                <a:tab pos="1663700" algn="l"/>
                <a:tab pos="2489200" algn="l"/>
                <a:tab pos="3327400" algn="l"/>
                <a:tab pos="4152900" algn="l"/>
                <a:tab pos="4991100" algn="l"/>
                <a:tab pos="5816600" algn="l"/>
                <a:tab pos="6654800" algn="l"/>
                <a:tab pos="7480300" algn="l"/>
                <a:tab pos="8318500" algn="l"/>
                <a:tab pos="9144000" algn="l"/>
              </a:tabLst>
              <a:defRPr spc="-91" sz="2184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Solution &amp; Key Features</a:t>
            </a:r>
            <a:endParaRPr spc="0"/>
          </a:p>
          <a:p>
            <a:pPr marL="208026" indent="-208026" defTabSz="832104">
              <a:lnSpc>
                <a:spcPct val="90000"/>
              </a:lnSpc>
              <a:spcBef>
                <a:spcPts val="900"/>
              </a:spcBef>
              <a:buClr>
                <a:srgbClr val="002060"/>
              </a:buClr>
              <a:buSzPct val="100000"/>
              <a:buFont typeface="Arial"/>
              <a:buChar char="•"/>
              <a:tabLst>
                <a:tab pos="825500" algn="l"/>
                <a:tab pos="1663700" algn="l"/>
                <a:tab pos="2489200" algn="l"/>
                <a:tab pos="3327400" algn="l"/>
                <a:tab pos="4152900" algn="l"/>
                <a:tab pos="4991100" algn="l"/>
                <a:tab pos="5816600" algn="l"/>
                <a:tab pos="6654800" algn="l"/>
                <a:tab pos="7480300" algn="l"/>
                <a:tab pos="8318500" algn="l"/>
                <a:tab pos="9144000" algn="l"/>
              </a:tabLst>
              <a:defRPr spc="-91" sz="2184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System Architecture </a:t>
            </a:r>
            <a:endParaRPr spc="0"/>
          </a:p>
          <a:p>
            <a:pPr marL="208026" indent="-208026" defTabSz="832104">
              <a:lnSpc>
                <a:spcPct val="90000"/>
              </a:lnSpc>
              <a:spcBef>
                <a:spcPts val="900"/>
              </a:spcBef>
              <a:buClr>
                <a:srgbClr val="002060"/>
              </a:buClr>
              <a:buSzPct val="100000"/>
              <a:buFont typeface="Arial"/>
              <a:buChar char="•"/>
              <a:tabLst>
                <a:tab pos="825500" algn="l"/>
                <a:tab pos="1663700" algn="l"/>
                <a:tab pos="2489200" algn="l"/>
                <a:tab pos="3327400" algn="l"/>
                <a:tab pos="4152900" algn="l"/>
                <a:tab pos="4991100" algn="l"/>
                <a:tab pos="5816600" algn="l"/>
                <a:tab pos="6654800" algn="l"/>
                <a:tab pos="7480300" algn="l"/>
                <a:tab pos="8318500" algn="l"/>
                <a:tab pos="9144000" algn="l"/>
              </a:tabLst>
              <a:defRPr spc="-91" sz="2184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Multi-Agent Pipeline</a:t>
            </a:r>
            <a:endParaRPr spc="0"/>
          </a:p>
          <a:p>
            <a:pPr marL="208026" indent="-208026" defTabSz="832104">
              <a:lnSpc>
                <a:spcPct val="90000"/>
              </a:lnSpc>
              <a:spcBef>
                <a:spcPts val="900"/>
              </a:spcBef>
              <a:buClr>
                <a:srgbClr val="002060"/>
              </a:buClr>
              <a:buSzPct val="100000"/>
              <a:buFont typeface="Arial"/>
              <a:buChar char="•"/>
              <a:tabLst>
                <a:tab pos="825500" algn="l"/>
                <a:tab pos="1663700" algn="l"/>
                <a:tab pos="2489200" algn="l"/>
                <a:tab pos="3327400" algn="l"/>
                <a:tab pos="4152900" algn="l"/>
                <a:tab pos="4991100" algn="l"/>
                <a:tab pos="5816600" algn="l"/>
                <a:tab pos="6654800" algn="l"/>
                <a:tab pos="7480300" algn="l"/>
                <a:tab pos="8318500" algn="l"/>
                <a:tab pos="9144000" algn="l"/>
              </a:tabLst>
              <a:defRPr spc="-91" sz="2184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Workflow &amp; Implementation</a:t>
            </a:r>
            <a:endParaRPr spc="0"/>
          </a:p>
          <a:p>
            <a:pPr marL="208026" indent="-208026" defTabSz="832104">
              <a:lnSpc>
                <a:spcPct val="90000"/>
              </a:lnSpc>
              <a:spcBef>
                <a:spcPts val="900"/>
              </a:spcBef>
              <a:buClr>
                <a:srgbClr val="002060"/>
              </a:buClr>
              <a:buSzPct val="100000"/>
              <a:buFont typeface="Arial"/>
              <a:buChar char="•"/>
              <a:tabLst>
                <a:tab pos="825500" algn="l"/>
                <a:tab pos="1663700" algn="l"/>
                <a:tab pos="2489200" algn="l"/>
                <a:tab pos="3327400" algn="l"/>
                <a:tab pos="4152900" algn="l"/>
                <a:tab pos="4991100" algn="l"/>
                <a:tab pos="5816600" algn="l"/>
                <a:tab pos="6654800" algn="l"/>
                <a:tab pos="7480300" algn="l"/>
                <a:tab pos="8318500" algn="l"/>
                <a:tab pos="9144000" algn="l"/>
              </a:tabLst>
              <a:defRPr spc="-91" sz="2184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Sample Output &amp; Results </a:t>
            </a:r>
            <a:endParaRPr spc="0"/>
          </a:p>
          <a:p>
            <a:pPr marL="208026" indent="-208026" defTabSz="832104">
              <a:lnSpc>
                <a:spcPct val="90000"/>
              </a:lnSpc>
              <a:spcBef>
                <a:spcPts val="900"/>
              </a:spcBef>
              <a:buClr>
                <a:srgbClr val="002060"/>
              </a:buClr>
              <a:buSzPct val="100000"/>
              <a:buFont typeface="Arial"/>
              <a:buChar char="•"/>
              <a:tabLst>
                <a:tab pos="825500" algn="l"/>
                <a:tab pos="1663700" algn="l"/>
                <a:tab pos="2489200" algn="l"/>
                <a:tab pos="3327400" algn="l"/>
                <a:tab pos="4152900" algn="l"/>
                <a:tab pos="4991100" algn="l"/>
                <a:tab pos="5816600" algn="l"/>
                <a:tab pos="6654800" algn="l"/>
                <a:tab pos="7480300" algn="l"/>
                <a:tab pos="8318500" algn="l"/>
                <a:tab pos="9144000" algn="l"/>
              </a:tabLst>
              <a:defRPr spc="-91" sz="2184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Plan of Action &amp; Future Work</a:t>
            </a:r>
            <a:endParaRPr spc="0"/>
          </a:p>
          <a:p>
            <a:pPr marL="208026" indent="-208026" defTabSz="832104">
              <a:lnSpc>
                <a:spcPct val="90000"/>
              </a:lnSpc>
              <a:spcBef>
                <a:spcPts val="900"/>
              </a:spcBef>
              <a:buClr>
                <a:srgbClr val="002060"/>
              </a:buClr>
              <a:buSzPct val="100000"/>
              <a:buFont typeface="Arial"/>
              <a:buChar char="•"/>
              <a:tabLst>
                <a:tab pos="825500" algn="l"/>
                <a:tab pos="1663700" algn="l"/>
                <a:tab pos="2489200" algn="l"/>
                <a:tab pos="3327400" algn="l"/>
                <a:tab pos="4152900" algn="l"/>
                <a:tab pos="4991100" algn="l"/>
                <a:tab pos="5816600" algn="l"/>
                <a:tab pos="6654800" algn="l"/>
                <a:tab pos="7480300" algn="l"/>
                <a:tab pos="8318500" algn="l"/>
                <a:tab pos="9144000" algn="l"/>
              </a:tabLst>
              <a:defRPr spc="-91" sz="2184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Conclusion &amp; Future Directions </a:t>
            </a:r>
            <a:endParaRPr spc="0"/>
          </a:p>
          <a:p>
            <a:pPr marL="208026" indent="-208026" defTabSz="832104">
              <a:lnSpc>
                <a:spcPct val="90000"/>
              </a:lnSpc>
              <a:spcBef>
                <a:spcPts val="900"/>
              </a:spcBef>
              <a:tabLst>
                <a:tab pos="825500" algn="l"/>
                <a:tab pos="1663700" algn="l"/>
                <a:tab pos="2489200" algn="l"/>
                <a:tab pos="3327400" algn="l"/>
                <a:tab pos="4152900" algn="l"/>
                <a:tab pos="4991100" algn="l"/>
                <a:tab pos="5816600" algn="l"/>
                <a:tab pos="6654800" algn="l"/>
                <a:tab pos="7480300" algn="l"/>
                <a:tab pos="8318500" algn="l"/>
                <a:tab pos="9144000" algn="l"/>
              </a:tabLst>
              <a:defRPr spc="0" sz="2184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2" name="PlaceHolder 1"/>
          <p:cNvSpPr txBox="1"/>
          <p:nvPr>
            <p:ph type="title" idx="4294967295"/>
          </p:nvPr>
        </p:nvSpPr>
        <p:spPr>
          <a:xfrm>
            <a:off x="838080" y="365040"/>
            <a:ext cx="10515601" cy="1044719"/>
          </a:xfrm>
          <a:prstGeom prst="rect">
            <a:avLst/>
          </a:prstGeom>
        </p:spPr>
        <p:txBody>
          <a:bodyPr lIns="45719" tIns="45719" rIns="45719" bIns="45719">
            <a:normAutofit fontScale="100000" lnSpcReduction="0"/>
          </a:bodyPr>
          <a:lstStyle>
            <a:lvl1pPr>
              <a:defRPr spc="-100">
                <a:solidFill>
                  <a:srgbClr val="002060"/>
                </a:solidFill>
              </a:defRPr>
            </a:lvl1pPr>
          </a:lstStyle>
          <a:p>
            <a:pPr/>
            <a:r>
              <a:t>Content</a:t>
            </a:r>
          </a:p>
        </p:txBody>
      </p:sp>
      <p:sp>
        <p:nvSpPr>
          <p:cNvPr id="63" name="Date Placeholder 3"/>
          <p:cNvSpPr txBox="1"/>
          <p:nvPr/>
        </p:nvSpPr>
        <p:spPr>
          <a:xfrm>
            <a:off x="309959" y="6582827"/>
            <a:ext cx="2123282" cy="250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>
            <a:spAutoFit/>
          </a:bodyPr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pc="-1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07/03/26</a:t>
            </a:r>
          </a:p>
        </p:txBody>
      </p:sp>
      <p:sp>
        <p:nvSpPr>
          <p:cNvPr id="64" name="Footer Placeholder 4"/>
          <p:cNvSpPr txBox="1"/>
          <p:nvPr/>
        </p:nvSpPr>
        <p:spPr>
          <a:xfrm>
            <a:off x="2902320" y="6492959"/>
            <a:ext cx="6511320" cy="365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>
            <a:normAutofit fontScale="100000" lnSpcReduction="0"/>
          </a:bodyPr>
          <a:lstStyle>
            <a:lvl1pPr algn="ctr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pc="-100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International Institute of Information Technology, Naya Raipur</a:t>
            </a:r>
          </a:p>
        </p:txBody>
      </p:sp>
      <p:sp>
        <p:nvSpPr>
          <p:cNvPr id="65" name="Slide Number Placeholder 5"/>
          <p:cNvSpPr txBox="1"/>
          <p:nvPr>
            <p:ph type="sldNum" sz="quarter" idx="4294967295"/>
          </p:nvPr>
        </p:nvSpPr>
        <p:spPr>
          <a:xfrm>
            <a:off x="11438437" y="6550247"/>
            <a:ext cx="170843" cy="2504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>
            <a:normAutofit fontScale="100000" lnSpcReduction="0"/>
          </a:bodyPr>
          <a:lstStyle>
            <a:lvl1pPr>
              <a:defRPr spc="-1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 txBox="1"/>
          <p:nvPr>
            <p:ph type="title" idx="4294967295"/>
          </p:nvPr>
        </p:nvSpPr>
        <p:spPr>
          <a:xfrm>
            <a:off x="838080" y="365039"/>
            <a:ext cx="9761761" cy="1325522"/>
          </a:xfrm>
          <a:prstGeom prst="rect">
            <a:avLst/>
          </a:prstGeom>
        </p:spPr>
        <p:txBody>
          <a:bodyPr lIns="45719" tIns="45719" rIns="45719" bIns="45719">
            <a:normAutofit fontScale="100000" lnSpcReduction="0"/>
          </a:bodyPr>
          <a:lstStyle>
            <a:lvl1pPr>
              <a:defRPr spc="-100">
                <a:solidFill>
                  <a:srgbClr val="002060"/>
                </a:solidFill>
              </a:defRPr>
            </a:lvl1pPr>
          </a:lstStyle>
          <a:p>
            <a:pPr/>
            <a:r>
              <a:t>Introduction</a:t>
            </a:r>
          </a:p>
        </p:txBody>
      </p:sp>
      <p:sp>
        <p:nvSpPr>
          <p:cNvPr id="68" name="AI Multi-Agent PR Reviewer is an automated code review system that analyses GitHub pull requests using multiple specialised AI agents.…"/>
          <p:cNvSpPr txBox="1"/>
          <p:nvPr/>
        </p:nvSpPr>
        <p:spPr>
          <a:xfrm>
            <a:off x="883800" y="1825199"/>
            <a:ext cx="10424161" cy="4351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228600" indent="-228600" algn="just">
              <a:lnSpc>
                <a:spcPct val="90000"/>
              </a:lnSpc>
              <a:spcBef>
                <a:spcPts val="600"/>
              </a:spcBef>
              <a:buClr>
                <a:srgbClr val="002060"/>
              </a:buClr>
              <a:buSzPct val="100000"/>
              <a:buFont typeface="Arial"/>
              <a:buChar char="•"/>
              <a:defRPr spc="-100" sz="2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AI Multi-Agent PR Reviewer is an automated code review system that analyses GitHub pull requests using multiple specialised AI agents.</a:t>
            </a:r>
          </a:p>
          <a:p>
            <a:pPr marL="228600" indent="-228600" algn="just">
              <a:lnSpc>
                <a:spcPct val="90000"/>
              </a:lnSpc>
              <a:spcBef>
                <a:spcPts val="600"/>
              </a:spcBef>
              <a:buClr>
                <a:srgbClr val="002060"/>
              </a:buClr>
              <a:buSzPct val="100000"/>
              <a:buFont typeface="Arial"/>
              <a:buChar char="•"/>
              <a:defRPr spc="-100" sz="2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The system fetches the PR diff, runs specialised AI agents, aggregates their outputs, and posts a structured review comment on the PR.</a:t>
            </a:r>
          </a:p>
          <a:p>
            <a:pPr marL="228600" indent="-228600" algn="just">
              <a:lnSpc>
                <a:spcPct val="90000"/>
              </a:lnSpc>
              <a:spcBef>
                <a:spcPts val="600"/>
              </a:spcBef>
              <a:buClr>
                <a:srgbClr val="002060"/>
              </a:buClr>
              <a:buSzPct val="100000"/>
              <a:buFont typeface="Arial"/>
              <a:buChar char="•"/>
              <a:defRPr b="1" spc="-100" sz="2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Goal: Assist developers by providing faster and more consistent code reviews.</a:t>
            </a:r>
          </a:p>
          <a:p>
            <a:pPr marL="228600" indent="-228600" algn="just">
              <a:lnSpc>
                <a:spcPct val="90000"/>
              </a:lnSpc>
              <a:spcBef>
                <a:spcPts val="600"/>
              </a:spcBef>
              <a:buClr>
                <a:srgbClr val="002060"/>
              </a:buClr>
              <a:buSzPct val="100000"/>
              <a:buFont typeface="Arial"/>
              <a:buChar char="•"/>
              <a:defRPr spc="-100" sz="2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Automated detection of bugs, security vulnerabilities, and performance issues.</a:t>
            </a:r>
          </a:p>
          <a:p>
            <a:pPr marL="228600" indent="-228600" algn="just">
              <a:lnSpc>
                <a:spcPct val="90000"/>
              </a:lnSpc>
              <a:spcBef>
                <a:spcPts val="600"/>
              </a:spcBef>
              <a:buClr>
                <a:srgbClr val="002060"/>
              </a:buClr>
              <a:buSzPct val="100000"/>
              <a:buFont typeface="Arial"/>
              <a:buChar char="•"/>
              <a:defRPr spc="-100" sz="2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Integration directly with GitHub pull request workflow via CLI.</a:t>
            </a:r>
          </a:p>
        </p:txBody>
      </p:sp>
      <p:sp>
        <p:nvSpPr>
          <p:cNvPr id="69" name="Date Placeholder 5"/>
          <p:cNvSpPr txBox="1"/>
          <p:nvPr/>
        </p:nvSpPr>
        <p:spPr>
          <a:xfrm>
            <a:off x="309959" y="6518160"/>
            <a:ext cx="2123282" cy="30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>
            <a:normAutofit fontScale="100000" lnSpcReduction="0"/>
          </a:bodyPr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pc="-10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07/03/26</a:t>
            </a:r>
          </a:p>
        </p:txBody>
      </p:sp>
      <p:sp>
        <p:nvSpPr>
          <p:cNvPr id="70" name="Slide Number Placeholder 6"/>
          <p:cNvSpPr txBox="1"/>
          <p:nvPr>
            <p:ph type="sldNum" sz="quarter" idx="4294967295"/>
          </p:nvPr>
        </p:nvSpPr>
        <p:spPr>
          <a:xfrm>
            <a:off x="11416478" y="6510647"/>
            <a:ext cx="170843" cy="2504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>
            <a:normAutofit fontScale="100000" lnSpcReduction="0"/>
          </a:bodyPr>
          <a:lstStyle>
            <a:lvl1pPr>
              <a:defRPr spc="-1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71" name="Footer Placeholder 9"/>
          <p:cNvSpPr txBox="1"/>
          <p:nvPr/>
        </p:nvSpPr>
        <p:spPr>
          <a:xfrm>
            <a:off x="2902320" y="6492959"/>
            <a:ext cx="6511320" cy="365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>
            <a:normAutofit fontScale="100000" lnSpcReduction="0"/>
          </a:bodyPr>
          <a:lstStyle>
            <a:lvl1pPr algn="ctr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pc="-100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International Institute of Information Technology, Naya Raipur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 txBox="1"/>
          <p:nvPr>
            <p:ph type="title" idx="4294967295"/>
          </p:nvPr>
        </p:nvSpPr>
        <p:spPr>
          <a:xfrm>
            <a:off x="838080" y="365039"/>
            <a:ext cx="9761761" cy="1325522"/>
          </a:xfrm>
          <a:prstGeom prst="rect">
            <a:avLst/>
          </a:prstGeom>
        </p:spPr>
        <p:txBody>
          <a:bodyPr lIns="45719" tIns="45719" rIns="45719" bIns="45719">
            <a:normAutofit fontScale="100000" lnSpcReduction="0"/>
          </a:bodyPr>
          <a:lstStyle>
            <a:lvl1pPr>
              <a:defRPr spc="-100">
                <a:solidFill>
                  <a:srgbClr val="002060"/>
                </a:solidFill>
              </a:defRPr>
            </a:lvl1pPr>
          </a:lstStyle>
          <a:p>
            <a:pPr/>
            <a:r>
              <a:t>Motivation: Why Automate Code Review?</a:t>
            </a:r>
          </a:p>
        </p:txBody>
      </p:sp>
      <p:sp>
        <p:nvSpPr>
          <p:cNvPr id="74" name="Code reviews are essential but face several challenges:…"/>
          <p:cNvSpPr txBox="1"/>
          <p:nvPr/>
        </p:nvSpPr>
        <p:spPr>
          <a:xfrm>
            <a:off x="883919" y="1813687"/>
            <a:ext cx="10424162" cy="4351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just">
              <a:lnSpc>
                <a:spcPct val="90000"/>
              </a:lnSpc>
              <a:spcBef>
                <a:spcPts val="600"/>
              </a:spcBef>
              <a:defRPr spc="-100" sz="2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Code reviews are essential but face several challenges:</a:t>
            </a:r>
          </a:p>
          <a:p>
            <a:pPr marL="228600" indent="-228600" algn="just">
              <a:lnSpc>
                <a:spcPct val="90000"/>
              </a:lnSpc>
              <a:spcBef>
                <a:spcPts val="600"/>
              </a:spcBef>
              <a:buClr>
                <a:srgbClr val="002060"/>
              </a:buClr>
              <a:buSzPct val="100000"/>
              <a:buFont typeface="Arial"/>
              <a:buChar char="•"/>
              <a:defRPr spc="-100" sz="2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Manual reviews are time-consuming and slow development cycles.</a:t>
            </a:r>
          </a:p>
          <a:p>
            <a:pPr marL="228600" indent="-228600" algn="just">
              <a:lnSpc>
                <a:spcPct val="90000"/>
              </a:lnSpc>
              <a:spcBef>
                <a:spcPts val="600"/>
              </a:spcBef>
              <a:buClr>
                <a:srgbClr val="002060"/>
              </a:buClr>
              <a:buSzPct val="100000"/>
              <a:buFont typeface="Arial"/>
              <a:buChar char="•"/>
              <a:defRPr spc="-100" sz="2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Review quality depends heavily on individual reviewer experience.</a:t>
            </a:r>
          </a:p>
          <a:p>
            <a:pPr marL="228600" indent="-228600" algn="just">
              <a:lnSpc>
                <a:spcPct val="90000"/>
              </a:lnSpc>
              <a:spcBef>
                <a:spcPts val="600"/>
              </a:spcBef>
              <a:buClr>
                <a:srgbClr val="002060"/>
              </a:buClr>
              <a:buSzPct val="100000"/>
              <a:buFont typeface="Arial"/>
              <a:buChar char="•"/>
              <a:defRPr spc="-100" sz="2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Security vulnerabilities may be overlooked under workload pressure.</a:t>
            </a:r>
          </a:p>
          <a:p>
            <a:pPr marL="228600" indent="-228600" algn="just">
              <a:lnSpc>
                <a:spcPct val="90000"/>
              </a:lnSpc>
              <a:spcBef>
                <a:spcPts val="600"/>
              </a:spcBef>
              <a:buClr>
                <a:srgbClr val="002060"/>
              </a:buClr>
              <a:buSzPct val="100000"/>
              <a:buFont typeface="Arial"/>
              <a:buChar char="•"/>
              <a:defRPr spc="-100" sz="2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Performance issues often remain unnoticed during review.</a:t>
            </a:r>
          </a:p>
          <a:p>
            <a:pPr marL="228600" indent="-228600" algn="just">
              <a:lnSpc>
                <a:spcPct val="90000"/>
              </a:lnSpc>
              <a:spcBef>
                <a:spcPts val="600"/>
              </a:spcBef>
              <a:buClr>
                <a:srgbClr val="002060"/>
              </a:buClr>
              <a:buSzPct val="100000"/>
              <a:buFont typeface="Arial"/>
              <a:buChar char="•"/>
              <a:defRPr spc="-100" sz="2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Teams delay reviews due to competing priorities.</a:t>
            </a:r>
          </a:p>
          <a:p>
            <a:pPr marL="228600" indent="-228600" algn="just">
              <a:lnSpc>
                <a:spcPct val="90000"/>
              </a:lnSpc>
              <a:spcBef>
                <a:spcPts val="600"/>
              </a:spcBef>
              <a:buClr>
                <a:srgbClr val="002060"/>
              </a:buClr>
              <a:buSzPct val="100000"/>
              <a:buFont typeface="Arial"/>
              <a:buChar char="•"/>
              <a:defRPr spc="-100" sz="2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This project introduces an AI-powered automated review system to assist developers in identifying issues earlier and more consistently.</a:t>
            </a:r>
          </a:p>
        </p:txBody>
      </p:sp>
      <p:sp>
        <p:nvSpPr>
          <p:cNvPr id="75" name="Date Placeholder 5"/>
          <p:cNvSpPr txBox="1"/>
          <p:nvPr/>
        </p:nvSpPr>
        <p:spPr>
          <a:xfrm>
            <a:off x="309959" y="6518160"/>
            <a:ext cx="2123282" cy="30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>
            <a:normAutofit fontScale="100000" lnSpcReduction="0"/>
          </a:bodyPr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pc="-10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07/03/26</a:t>
            </a:r>
          </a:p>
        </p:txBody>
      </p:sp>
      <p:sp>
        <p:nvSpPr>
          <p:cNvPr id="76" name="Slide Number Placeholder 6"/>
          <p:cNvSpPr txBox="1"/>
          <p:nvPr>
            <p:ph type="sldNum" sz="quarter" idx="4294967295"/>
          </p:nvPr>
        </p:nvSpPr>
        <p:spPr>
          <a:xfrm>
            <a:off x="11416478" y="6510647"/>
            <a:ext cx="170843" cy="2504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>
            <a:normAutofit fontScale="100000" lnSpcReduction="0"/>
          </a:bodyPr>
          <a:lstStyle>
            <a:lvl1pPr>
              <a:defRPr spc="-1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77" name="Footer Placeholder 9"/>
          <p:cNvSpPr txBox="1"/>
          <p:nvPr/>
        </p:nvSpPr>
        <p:spPr>
          <a:xfrm>
            <a:off x="2902320" y="6492959"/>
            <a:ext cx="6511320" cy="365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>
            <a:normAutofit fontScale="100000" lnSpcReduction="0"/>
          </a:bodyPr>
          <a:lstStyle>
            <a:lvl1pPr algn="ctr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pc="-100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International Institute of Information Technology, Naya Raipur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 txBox="1"/>
          <p:nvPr>
            <p:ph type="title" idx="4294967295"/>
          </p:nvPr>
        </p:nvSpPr>
        <p:spPr>
          <a:xfrm>
            <a:off x="838080" y="365039"/>
            <a:ext cx="9761761" cy="1325522"/>
          </a:xfrm>
          <a:prstGeom prst="rect">
            <a:avLst/>
          </a:prstGeom>
        </p:spPr>
        <p:txBody>
          <a:bodyPr lIns="45719" tIns="45719" rIns="45719" bIns="45719">
            <a:normAutofit fontScale="100000" lnSpcReduction="0"/>
          </a:bodyPr>
          <a:lstStyle>
            <a:lvl1pPr>
              <a:defRPr spc="-100">
                <a:solidFill>
                  <a:srgbClr val="002060"/>
                </a:solidFill>
              </a:defRPr>
            </a:lvl1pPr>
          </a:lstStyle>
          <a:p>
            <a:pPr/>
            <a:r>
              <a:t>Solution &amp; Key Features</a:t>
            </a:r>
          </a:p>
        </p:txBody>
      </p:sp>
      <p:sp>
        <p:nvSpPr>
          <p:cNvPr id="80" name="Multi-Agent Architecture: Specialised agents analyse separate aspects of each PR simultaneously.…"/>
          <p:cNvSpPr txBox="1"/>
          <p:nvPr/>
        </p:nvSpPr>
        <p:spPr>
          <a:xfrm>
            <a:off x="762789" y="1670760"/>
            <a:ext cx="10424161" cy="3516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228600" indent="-228600" algn="just">
              <a:lnSpc>
                <a:spcPct val="90000"/>
              </a:lnSpc>
              <a:spcBef>
                <a:spcPts val="600"/>
              </a:spcBef>
              <a:buClr>
                <a:srgbClr val="002060"/>
              </a:buClr>
              <a:buSzPct val="100000"/>
              <a:buFont typeface="Arial"/>
              <a:buChar char="•"/>
              <a:defRPr spc="-100" sz="2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Multi-Agent Architecture: Specialised agents analyse separate aspects of each PR simultaneously.</a:t>
            </a:r>
          </a:p>
          <a:p>
            <a:pPr marL="228600" indent="-228600" algn="just">
              <a:lnSpc>
                <a:spcPct val="90000"/>
              </a:lnSpc>
              <a:spcBef>
                <a:spcPts val="600"/>
              </a:spcBef>
              <a:buClr>
                <a:srgbClr val="002060"/>
              </a:buClr>
              <a:buSzPct val="100000"/>
              <a:buFont typeface="Arial"/>
              <a:buChar char="•"/>
              <a:defRPr spc="-100" sz="2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Automated PR Review: Automatically generates a structured review report from the diff.</a:t>
            </a:r>
          </a:p>
          <a:p>
            <a:pPr marL="228600" indent="-228600" algn="just">
              <a:lnSpc>
                <a:spcPct val="90000"/>
              </a:lnSpc>
              <a:spcBef>
                <a:spcPts val="600"/>
              </a:spcBef>
              <a:buClr>
                <a:srgbClr val="002060"/>
              </a:buClr>
              <a:buSzPct val="100000"/>
              <a:buFont typeface="Arial"/>
              <a:buChar char="•"/>
              <a:defRPr spc="-100" sz="2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GitHub Integration: Fetches PR diffs and posts review comments directly on the PR.</a:t>
            </a:r>
          </a:p>
          <a:p>
            <a:pPr marL="228600" indent="-228600" algn="just">
              <a:lnSpc>
                <a:spcPct val="90000"/>
              </a:lnSpc>
              <a:spcBef>
                <a:spcPts val="600"/>
              </a:spcBef>
              <a:buClr>
                <a:srgbClr val="002060"/>
              </a:buClr>
              <a:buSzPct val="100000"/>
              <a:buFont typeface="Arial"/>
              <a:buChar char="•"/>
              <a:defRPr spc="-100" sz="2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Structured Output: Sections include Summary, Bugs, Security Issues, Performance, Style Suggestions.</a:t>
            </a:r>
          </a:p>
          <a:p>
            <a:pPr marL="228600" indent="-228600" algn="just">
              <a:lnSpc>
                <a:spcPct val="90000"/>
              </a:lnSpc>
              <a:spcBef>
                <a:spcPts val="600"/>
              </a:spcBef>
              <a:buClr>
                <a:srgbClr val="002060"/>
              </a:buClr>
              <a:buSzPct val="100000"/>
              <a:buFont typeface="Arial"/>
              <a:buChar char="•"/>
              <a:defRPr spc="-100" sz="2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Modular System: New analysis agents can be added easily to extend functionality.</a:t>
            </a:r>
          </a:p>
        </p:txBody>
      </p:sp>
      <p:sp>
        <p:nvSpPr>
          <p:cNvPr id="81" name="Date Placeholder 5"/>
          <p:cNvSpPr txBox="1"/>
          <p:nvPr/>
        </p:nvSpPr>
        <p:spPr>
          <a:xfrm>
            <a:off x="309959" y="6518160"/>
            <a:ext cx="2123282" cy="30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>
            <a:normAutofit fontScale="100000" lnSpcReduction="0"/>
          </a:bodyPr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pc="-10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07/03/26</a:t>
            </a:r>
          </a:p>
        </p:txBody>
      </p:sp>
      <p:sp>
        <p:nvSpPr>
          <p:cNvPr id="82" name="Slide Number Placeholder 6"/>
          <p:cNvSpPr txBox="1"/>
          <p:nvPr>
            <p:ph type="sldNum" sz="quarter" idx="4294967295"/>
          </p:nvPr>
        </p:nvSpPr>
        <p:spPr>
          <a:xfrm>
            <a:off x="11416478" y="6510647"/>
            <a:ext cx="170843" cy="2504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>
            <a:normAutofit fontScale="100000" lnSpcReduction="0"/>
          </a:bodyPr>
          <a:lstStyle>
            <a:lvl1pPr>
              <a:defRPr spc="-1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83" name="Footer Placeholder 9"/>
          <p:cNvSpPr txBox="1"/>
          <p:nvPr/>
        </p:nvSpPr>
        <p:spPr>
          <a:xfrm>
            <a:off x="2902320" y="6492959"/>
            <a:ext cx="6511320" cy="365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>
            <a:normAutofit fontScale="100000" lnSpcReduction="0"/>
          </a:bodyPr>
          <a:lstStyle>
            <a:lvl1pPr algn="ctr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pc="-100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International Institute of Information Technology, Naya Raipur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Developer opens a Pull Request on GitHub.…"/>
          <p:cNvSpPr txBox="1"/>
          <p:nvPr/>
        </p:nvSpPr>
        <p:spPr>
          <a:xfrm>
            <a:off x="744120" y="1690199"/>
            <a:ext cx="10424161" cy="4351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228600" indent="-228600" algn="just">
              <a:lnSpc>
                <a:spcPct val="90000"/>
              </a:lnSpc>
              <a:spcBef>
                <a:spcPts val="600"/>
              </a:spcBef>
              <a:buClr>
                <a:srgbClr val="002060"/>
              </a:buClr>
              <a:buSzPct val="100000"/>
              <a:buFont typeface="Arial"/>
              <a:buChar char="•"/>
              <a:defRPr spc="-100" sz="2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Developer opens a Pull Request on GitHub.</a:t>
            </a:r>
          </a:p>
          <a:p>
            <a:pPr marL="228600" indent="-228600" algn="just">
              <a:lnSpc>
                <a:spcPct val="90000"/>
              </a:lnSpc>
              <a:spcBef>
                <a:spcPts val="600"/>
              </a:spcBef>
              <a:buClr>
                <a:srgbClr val="002060"/>
              </a:buClr>
              <a:buSzPct val="100000"/>
              <a:buFont typeface="Arial"/>
              <a:buChar char="•"/>
              <a:defRPr spc="-100" sz="2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AI PR Reviewer CLI Tool is triggered: node pr-reviewer.js.</a:t>
            </a:r>
          </a:p>
          <a:p>
            <a:pPr marL="228600" indent="-228600" algn="just">
              <a:lnSpc>
                <a:spcPct val="90000"/>
              </a:lnSpc>
              <a:spcBef>
                <a:spcPts val="600"/>
              </a:spcBef>
              <a:buClr>
                <a:srgbClr val="002060"/>
              </a:buClr>
              <a:buSzPct val="100000"/>
              <a:buFont typeface="Arial"/>
              <a:buChar char="•"/>
              <a:defRPr spc="-100" sz="2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GitHub API is called to fetch the Pull Request Diff (modified files, code changes).</a:t>
            </a:r>
          </a:p>
          <a:p>
            <a:pPr marL="228600" indent="-228600" algn="just">
              <a:lnSpc>
                <a:spcPct val="90000"/>
              </a:lnSpc>
              <a:spcBef>
                <a:spcPts val="600"/>
              </a:spcBef>
              <a:buClr>
                <a:srgbClr val="002060"/>
              </a:buClr>
              <a:buSzPct val="100000"/>
              <a:buFont typeface="Arial"/>
              <a:buChar char="•"/>
              <a:defRPr spc="-100" sz="2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Diff Parser splits the diff into individual file-level changes.</a:t>
            </a:r>
          </a:p>
          <a:p>
            <a:pPr marL="228600" indent="-228600" algn="just">
              <a:lnSpc>
                <a:spcPct val="90000"/>
              </a:lnSpc>
              <a:spcBef>
                <a:spcPts val="600"/>
              </a:spcBef>
              <a:buClr>
                <a:srgbClr val="002060"/>
              </a:buClr>
              <a:buSzPct val="100000"/>
              <a:buFont typeface="Arial"/>
              <a:buChar char="•"/>
              <a:defRPr spc="-100" sz="2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Multi-Agent Pipeline: Risk Agent → Security Agent → Performance Agent → Style Agent → PR Review Agent.</a:t>
            </a:r>
          </a:p>
          <a:p>
            <a:pPr marL="228600" indent="-228600" algn="just">
              <a:lnSpc>
                <a:spcPct val="90000"/>
              </a:lnSpc>
              <a:spcBef>
                <a:spcPts val="600"/>
              </a:spcBef>
              <a:buClr>
                <a:srgbClr val="002060"/>
              </a:buClr>
              <a:buSzPct val="100000"/>
              <a:buFont typeface="Arial"/>
              <a:buChar char="•"/>
              <a:defRPr spc="-100" sz="2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Result Aggregator merges all agent outputs into a structured JSON result object.</a:t>
            </a:r>
          </a:p>
          <a:p>
            <a:pPr marL="228600" indent="-228600" algn="just">
              <a:lnSpc>
                <a:spcPct val="90000"/>
              </a:lnSpc>
              <a:spcBef>
                <a:spcPts val="600"/>
              </a:spcBef>
              <a:buClr>
                <a:srgbClr val="002060"/>
              </a:buClr>
              <a:buSzPct val="100000"/>
              <a:buFont typeface="Arial"/>
              <a:buChar char="•"/>
              <a:defRPr spc="-100" sz="2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Review Formatter converts results to markdown and posts via GitHub Comment API.</a:t>
            </a:r>
          </a:p>
        </p:txBody>
      </p:sp>
      <p:sp>
        <p:nvSpPr>
          <p:cNvPr id="86" name="PlaceHolder 1"/>
          <p:cNvSpPr txBox="1"/>
          <p:nvPr>
            <p:ph type="title" idx="4294967295"/>
          </p:nvPr>
        </p:nvSpPr>
        <p:spPr>
          <a:xfrm>
            <a:off x="838079" y="365039"/>
            <a:ext cx="9779042" cy="1325522"/>
          </a:xfrm>
          <a:prstGeom prst="rect">
            <a:avLst/>
          </a:prstGeom>
        </p:spPr>
        <p:txBody>
          <a:bodyPr lIns="45719" tIns="45719" rIns="45719" bIns="45719">
            <a:normAutofit fontScale="100000" lnSpcReduction="0"/>
          </a:bodyPr>
          <a:lstStyle>
            <a:lvl1pPr>
              <a:defRPr spc="-100">
                <a:solidFill>
                  <a:srgbClr val="002060"/>
                </a:solidFill>
              </a:defRPr>
            </a:lvl1pPr>
          </a:lstStyle>
          <a:p>
            <a:pPr/>
            <a:r>
              <a:t>System Architecture</a:t>
            </a:r>
          </a:p>
        </p:txBody>
      </p:sp>
      <p:sp>
        <p:nvSpPr>
          <p:cNvPr id="87" name="Date Placeholder 3"/>
          <p:cNvSpPr txBox="1"/>
          <p:nvPr/>
        </p:nvSpPr>
        <p:spPr>
          <a:xfrm>
            <a:off x="309959" y="6558119"/>
            <a:ext cx="2123282" cy="29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>
            <a:normAutofit fontScale="100000" lnSpcReduction="0"/>
          </a:bodyPr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pc="-10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07/03/26</a:t>
            </a:r>
          </a:p>
        </p:txBody>
      </p:sp>
      <p:sp>
        <p:nvSpPr>
          <p:cNvPr id="88" name="Footer Placeholder 4"/>
          <p:cNvSpPr txBox="1"/>
          <p:nvPr/>
        </p:nvSpPr>
        <p:spPr>
          <a:xfrm>
            <a:off x="2902320" y="6492959"/>
            <a:ext cx="6511320" cy="365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>
            <a:normAutofit fontScale="100000" lnSpcReduction="0"/>
          </a:bodyPr>
          <a:lstStyle>
            <a:lvl1pPr algn="ctr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pc="-100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International Institute of Information Technology, Naya Raipur</a:t>
            </a:r>
          </a:p>
        </p:txBody>
      </p:sp>
      <p:sp>
        <p:nvSpPr>
          <p:cNvPr id="89" name="Slide Number Placeholder 5"/>
          <p:cNvSpPr txBox="1"/>
          <p:nvPr>
            <p:ph type="sldNum" sz="quarter" idx="4294967295"/>
          </p:nvPr>
        </p:nvSpPr>
        <p:spPr>
          <a:xfrm>
            <a:off x="11438438" y="6550247"/>
            <a:ext cx="170843" cy="2504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>
            <a:normAutofit fontScale="100000" lnSpcReduction="0"/>
          </a:bodyPr>
          <a:lstStyle>
            <a:lvl1pPr>
              <a:defRPr spc="-1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 txBox="1"/>
          <p:nvPr>
            <p:ph type="title" idx="4294967295"/>
          </p:nvPr>
        </p:nvSpPr>
        <p:spPr>
          <a:xfrm>
            <a:off x="435133" y="134785"/>
            <a:ext cx="9761761" cy="1325521"/>
          </a:xfrm>
          <a:prstGeom prst="rect">
            <a:avLst/>
          </a:prstGeom>
        </p:spPr>
        <p:txBody>
          <a:bodyPr lIns="45719" tIns="45719" rIns="45719" bIns="45719">
            <a:normAutofit fontScale="100000" lnSpcReduction="0"/>
          </a:bodyPr>
          <a:lstStyle>
            <a:lvl1pPr>
              <a:defRPr spc="-100">
                <a:solidFill>
                  <a:srgbClr val="002060"/>
                </a:solidFill>
              </a:defRPr>
            </a:lvl1pPr>
          </a:lstStyle>
          <a:p>
            <a:pPr/>
            <a:r>
              <a:t>Research Gap</a:t>
            </a:r>
          </a:p>
        </p:txBody>
      </p:sp>
      <p:sp>
        <p:nvSpPr>
          <p:cNvPr id="92" name="Existing tools lack multi-dimensional analysis: Most automated tools focus on a single aspect (e.g., linting) and miss security or performance issues.…"/>
          <p:cNvSpPr txBox="1"/>
          <p:nvPr/>
        </p:nvSpPr>
        <p:spPr>
          <a:xfrm>
            <a:off x="426290" y="1157460"/>
            <a:ext cx="10424161" cy="4351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pc="-100" sz="2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spc="-1"/>
          </a:p>
          <a:p>
            <a:pPr marL="228600" indent="-228600" algn="just">
              <a:lnSpc>
                <a:spcPct val="90000"/>
              </a:lnSpc>
              <a:spcBef>
                <a:spcPts val="600"/>
              </a:spcBef>
              <a:buClr>
                <a:srgbClr val="002060"/>
              </a:buClr>
              <a:buSzPct val="100000"/>
              <a:buFont typeface="Arial"/>
              <a:buChar char="•"/>
              <a:defRPr spc="-100" sz="2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Existing tools lack multi-dimensional analysis: Most automated tools focus on a single aspect (e.g., linting) and miss security or performance issues.</a:t>
            </a:r>
          </a:p>
          <a:p>
            <a:pPr marL="228600" indent="-228600" algn="just">
              <a:lnSpc>
                <a:spcPct val="90000"/>
              </a:lnSpc>
              <a:spcBef>
                <a:spcPts val="600"/>
              </a:spcBef>
              <a:buClr>
                <a:srgbClr val="002060"/>
              </a:buClr>
              <a:buSzPct val="100000"/>
              <a:buFont typeface="Arial"/>
              <a:buChar char="•"/>
              <a:defRPr spc="-100" sz="2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No integrated end-to-end review pipeline: Current solutions require separate tools for each concern, increasing developer overhead.</a:t>
            </a:r>
          </a:p>
          <a:p>
            <a:pPr marL="228600" indent="-228600" algn="just">
              <a:lnSpc>
                <a:spcPct val="90000"/>
              </a:lnSpc>
              <a:spcBef>
                <a:spcPts val="600"/>
              </a:spcBef>
              <a:buClr>
                <a:srgbClr val="002060"/>
              </a:buClr>
              <a:buSzPct val="100000"/>
              <a:buFont typeface="Arial"/>
              <a:buChar char="•"/>
              <a:defRPr spc="-100" sz="2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Limited AI-powered contextual analysis: Static tools cannot understand business logic or provide meaningful contextual review comments.</a:t>
            </a:r>
          </a:p>
        </p:txBody>
      </p:sp>
      <p:sp>
        <p:nvSpPr>
          <p:cNvPr id="93" name="Date Placeholder 5"/>
          <p:cNvSpPr txBox="1"/>
          <p:nvPr/>
        </p:nvSpPr>
        <p:spPr>
          <a:xfrm>
            <a:off x="309959" y="6518160"/>
            <a:ext cx="2123282" cy="30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>
            <a:normAutofit fontScale="100000" lnSpcReduction="0"/>
          </a:bodyPr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pc="-10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07/03/26</a:t>
            </a:r>
          </a:p>
        </p:txBody>
      </p:sp>
      <p:sp>
        <p:nvSpPr>
          <p:cNvPr id="94" name="Slide Number Placeholder 6"/>
          <p:cNvSpPr txBox="1"/>
          <p:nvPr>
            <p:ph type="sldNum" sz="quarter" idx="4294967295"/>
          </p:nvPr>
        </p:nvSpPr>
        <p:spPr>
          <a:xfrm>
            <a:off x="11416478" y="6510647"/>
            <a:ext cx="170843" cy="2504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>
            <a:normAutofit fontScale="100000" lnSpcReduction="0"/>
          </a:bodyPr>
          <a:lstStyle>
            <a:lvl1pPr>
              <a:defRPr spc="-1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95" name="Footer Placeholder 9"/>
          <p:cNvSpPr txBox="1"/>
          <p:nvPr/>
        </p:nvSpPr>
        <p:spPr>
          <a:xfrm>
            <a:off x="2902320" y="6492959"/>
            <a:ext cx="6511320" cy="365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>
            <a:normAutofit fontScale="100000" lnSpcReduction="0"/>
          </a:bodyPr>
          <a:lstStyle>
            <a:lvl1pPr algn="ctr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pc="-100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International Institute of Information Technology, Naya Raipur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Design and implement a modular multi-agent AI architecture for comprehensive code review.…"/>
          <p:cNvSpPr txBox="1"/>
          <p:nvPr/>
        </p:nvSpPr>
        <p:spPr>
          <a:xfrm>
            <a:off x="227573" y="1479817"/>
            <a:ext cx="10424161" cy="4351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228600" indent="-228600" algn="just">
              <a:lnSpc>
                <a:spcPct val="90000"/>
              </a:lnSpc>
              <a:spcBef>
                <a:spcPts val="600"/>
              </a:spcBef>
              <a:buClr>
                <a:srgbClr val="002060"/>
              </a:buClr>
              <a:buSzPct val="100000"/>
              <a:buFont typeface="Arial"/>
              <a:buChar char="•"/>
              <a:defRPr spc="-100" sz="2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Design and implement a modular multi-agent AI architecture for comprehensive code review.</a:t>
            </a:r>
          </a:p>
          <a:p>
            <a:pPr marL="228600" indent="-228600" algn="just">
              <a:lnSpc>
                <a:spcPct val="90000"/>
              </a:lnSpc>
              <a:spcBef>
                <a:spcPts val="600"/>
              </a:spcBef>
              <a:buClr>
                <a:srgbClr val="002060"/>
              </a:buClr>
              <a:buSzPct val="100000"/>
              <a:buFont typeface="Arial"/>
              <a:buChar char="•"/>
              <a:defRPr spc="-100" sz="2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Integrate with the GitHub API to automate pull request diff retrieval and comment posting.</a:t>
            </a:r>
          </a:p>
          <a:p>
            <a:pPr marL="228600" indent="-228600" algn="just">
              <a:lnSpc>
                <a:spcPct val="90000"/>
              </a:lnSpc>
              <a:spcBef>
                <a:spcPts val="600"/>
              </a:spcBef>
              <a:buClr>
                <a:srgbClr val="002060"/>
              </a:buClr>
              <a:buSzPct val="100000"/>
              <a:buFont typeface="Arial"/>
              <a:buChar char="•"/>
              <a:defRPr spc="-100" sz="2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Develop specialised agents: Risk Agent, Security Agent, Performance Agent, Style Agent, PR Review Agent.</a:t>
            </a:r>
          </a:p>
          <a:p>
            <a:pPr marL="228600" indent="-228600" algn="just">
              <a:lnSpc>
                <a:spcPct val="90000"/>
              </a:lnSpc>
              <a:spcBef>
                <a:spcPts val="600"/>
              </a:spcBef>
              <a:buClr>
                <a:srgbClr val="002060"/>
              </a:buClr>
              <a:buSzPct val="100000"/>
              <a:buFont typeface="Arial"/>
              <a:buChar char="•"/>
              <a:defRPr spc="-100" sz="2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Aggregate and format agent outputs into a structured, actionable review report.</a:t>
            </a:r>
          </a:p>
          <a:p>
            <a:pPr marL="228600" indent="-228600" algn="just">
              <a:lnSpc>
                <a:spcPct val="90000"/>
              </a:lnSpc>
              <a:spcBef>
                <a:spcPts val="600"/>
              </a:spcBef>
              <a:buClr>
                <a:srgbClr val="002060"/>
              </a:buClr>
              <a:buSzPct val="100000"/>
              <a:buFont typeface="Arial"/>
              <a:buChar char="•"/>
              <a:defRPr spc="-100" sz="2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Ensure modularity so new analysis agents can be added with minimal development effort.</a:t>
            </a:r>
          </a:p>
        </p:txBody>
      </p:sp>
      <p:sp>
        <p:nvSpPr>
          <p:cNvPr id="98" name="PlaceHolder 1"/>
          <p:cNvSpPr txBox="1"/>
          <p:nvPr>
            <p:ph type="title" idx="4294967295"/>
          </p:nvPr>
        </p:nvSpPr>
        <p:spPr>
          <a:xfrm>
            <a:off x="181853" y="8144"/>
            <a:ext cx="10515601" cy="1325521"/>
          </a:xfrm>
          <a:prstGeom prst="rect">
            <a:avLst/>
          </a:prstGeom>
        </p:spPr>
        <p:txBody>
          <a:bodyPr lIns="45719" tIns="45719" rIns="45719" bIns="45719">
            <a:normAutofit fontScale="100000" lnSpcReduction="0"/>
          </a:bodyPr>
          <a:lstStyle>
            <a:lvl1pPr>
              <a:defRPr spc="-100">
                <a:solidFill>
                  <a:srgbClr val="002060"/>
                </a:solidFill>
              </a:defRPr>
            </a:lvl1pPr>
          </a:lstStyle>
          <a:p>
            <a:pPr/>
            <a:r>
              <a:t>Objectives of the Project</a:t>
            </a:r>
          </a:p>
        </p:txBody>
      </p:sp>
      <p:sp>
        <p:nvSpPr>
          <p:cNvPr id="99" name="Date Placeholder 3"/>
          <p:cNvSpPr txBox="1"/>
          <p:nvPr/>
        </p:nvSpPr>
        <p:spPr>
          <a:xfrm>
            <a:off x="309959" y="6582827"/>
            <a:ext cx="2123282" cy="250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>
            <a:spAutoFit/>
          </a:bodyPr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pc="-1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07/03/26</a:t>
            </a:r>
          </a:p>
        </p:txBody>
      </p:sp>
      <p:sp>
        <p:nvSpPr>
          <p:cNvPr id="100" name="Footer Placeholder 4"/>
          <p:cNvSpPr txBox="1"/>
          <p:nvPr/>
        </p:nvSpPr>
        <p:spPr>
          <a:xfrm>
            <a:off x="2902320" y="6492959"/>
            <a:ext cx="6511320" cy="365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>
            <a:normAutofit fontScale="100000" lnSpcReduction="0"/>
          </a:bodyPr>
          <a:lstStyle>
            <a:lvl1pPr algn="ctr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pc="-100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International Institute of Information Technology, Naya Raipur</a:t>
            </a:r>
          </a:p>
        </p:txBody>
      </p:sp>
      <p:sp>
        <p:nvSpPr>
          <p:cNvPr id="101" name="Slide Number Placeholder 5"/>
          <p:cNvSpPr txBox="1"/>
          <p:nvPr>
            <p:ph type="sldNum" sz="quarter" idx="4294967295"/>
          </p:nvPr>
        </p:nvSpPr>
        <p:spPr>
          <a:xfrm>
            <a:off x="11438438" y="6550247"/>
            <a:ext cx="170843" cy="2504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>
            <a:normAutofit fontScale="100000" lnSpcReduction="0"/>
          </a:bodyPr>
          <a:lstStyle>
            <a:lvl1pPr>
              <a:defRPr spc="-1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 txBox="1"/>
          <p:nvPr>
            <p:ph type="title" idx="4294967295"/>
          </p:nvPr>
        </p:nvSpPr>
        <p:spPr>
          <a:xfrm>
            <a:off x="89751" y="-65301"/>
            <a:ext cx="9761761" cy="1325521"/>
          </a:xfrm>
          <a:prstGeom prst="rect">
            <a:avLst/>
          </a:prstGeom>
        </p:spPr>
        <p:txBody>
          <a:bodyPr lIns="45719" tIns="45719" rIns="45719" bIns="45719">
            <a:normAutofit fontScale="100000" lnSpcReduction="0"/>
          </a:bodyPr>
          <a:lstStyle>
            <a:lvl1pPr>
              <a:defRPr spc="-100">
                <a:solidFill>
                  <a:srgbClr val="002060"/>
                </a:solidFill>
              </a:defRPr>
            </a:lvl1pPr>
          </a:lstStyle>
          <a:p>
            <a:pPr/>
            <a:r>
              <a:t>Proposed Methodology: Workflow   </a:t>
            </a:r>
          </a:p>
        </p:txBody>
      </p:sp>
      <p:sp>
        <p:nvSpPr>
          <p:cNvPr id="104" name="Date Placeholder 5"/>
          <p:cNvSpPr txBox="1"/>
          <p:nvPr/>
        </p:nvSpPr>
        <p:spPr>
          <a:xfrm>
            <a:off x="309959" y="6518160"/>
            <a:ext cx="2123282" cy="30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>
            <a:normAutofit fontScale="100000" lnSpcReduction="0"/>
          </a:bodyPr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pc="-10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07/03/26</a:t>
            </a:r>
          </a:p>
        </p:txBody>
      </p:sp>
      <p:sp>
        <p:nvSpPr>
          <p:cNvPr id="105" name="Slide Number Placeholder 6"/>
          <p:cNvSpPr txBox="1"/>
          <p:nvPr>
            <p:ph type="sldNum" sz="quarter" idx="4294967295"/>
          </p:nvPr>
        </p:nvSpPr>
        <p:spPr>
          <a:xfrm>
            <a:off x="11416478" y="6510647"/>
            <a:ext cx="170843" cy="2504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>
            <a:normAutofit fontScale="100000" lnSpcReduction="0"/>
          </a:bodyPr>
          <a:lstStyle>
            <a:lvl1pPr>
              <a:defRPr spc="-1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106" name="Footer Placeholder 9"/>
          <p:cNvSpPr txBox="1"/>
          <p:nvPr/>
        </p:nvSpPr>
        <p:spPr>
          <a:xfrm>
            <a:off x="2902320" y="6492959"/>
            <a:ext cx="6511320" cy="365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>
            <a:normAutofit fontScale="100000" lnSpcReduction="0"/>
          </a:bodyPr>
          <a:lstStyle>
            <a:lvl1pPr algn="ctr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pc="-100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International Institute of Information Technology, Naya Raipur</a:t>
            </a:r>
          </a:p>
        </p:txBody>
      </p:sp>
      <p:pic>
        <p:nvPicPr>
          <p:cNvPr id="107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72045" y="1334025"/>
            <a:ext cx="5387532" cy="508512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 txBox="1"/>
          <p:nvPr>
            <p:ph type="title" idx="4294967295"/>
          </p:nvPr>
        </p:nvSpPr>
        <p:spPr>
          <a:xfrm>
            <a:off x="838080" y="365040"/>
            <a:ext cx="10515601" cy="1050000"/>
          </a:xfrm>
          <a:prstGeom prst="rect">
            <a:avLst/>
          </a:prstGeom>
        </p:spPr>
        <p:txBody>
          <a:bodyPr lIns="45719" tIns="45719" rIns="45719" bIns="45719">
            <a:normAutofit fontScale="100000" lnSpcReduction="0"/>
          </a:bodyPr>
          <a:lstStyle>
            <a:lvl1pPr>
              <a:tabLst/>
              <a:defRPr spc="-100">
                <a:solidFill>
                  <a:srgbClr val="002060"/>
                </a:solidFill>
              </a:defRPr>
            </a:lvl1pPr>
          </a:lstStyle>
          <a:p>
            <a:pPr/>
            <a:r>
              <a:t> Agent Description</a:t>
            </a:r>
          </a:p>
        </p:txBody>
      </p:sp>
      <p:sp>
        <p:nvSpPr>
          <p:cNvPr id="110" name="SubCaption"/>
          <p:cNvSpPr txBox="1"/>
          <p:nvPr/>
        </p:nvSpPr>
        <p:spPr>
          <a:xfrm>
            <a:off x="572955" y="1320626"/>
            <a:ext cx="10424161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-1" sz="16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Each agent independently analyses the PR diff and returns structured findings. Data source: GitHub REST API (live PR diffs).</a:t>
            </a:r>
          </a:p>
        </p:txBody>
      </p:sp>
      <p:graphicFrame>
        <p:nvGraphicFramePr>
          <p:cNvPr id="111" name="AgentTable"/>
          <p:cNvGraphicFramePr/>
          <p:nvPr/>
        </p:nvGraphicFramePr>
        <p:xfrm>
          <a:off x="600000" y="1780000"/>
          <a:ext cx="9600001" cy="274320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400000"/>
                <a:gridCol w="2400000"/>
                <a:gridCol w="2400000"/>
                <a:gridCol w="2400000"/>
              </a:tblGrid>
              <a:tr h="457200">
                <a:tc>
                  <a:txBody>
                    <a:bodyPr/>
                    <a:lstStyle/>
                    <a:p>
                      <a:pPr algn="l">
                        <a:tabLst/>
                        <a:defRPr spc="0" sz="1800"/>
                      </a:pPr>
                      <a:r>
                        <a:rPr b="1" spc="-1"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Agent Name</a:t>
                      </a:r>
                    </a:p>
                  </a:txBody>
                  <a:tcPr marL="45720" marR="45720" marT="45720" marB="45720" anchor="ctr" anchorCtr="0" horzOverflow="overflow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solidFill>
                      <a:srgbClr val="0F6FC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/>
                        <a:defRPr spc="0" sz="1800"/>
                      </a:pPr>
                      <a:r>
                        <a:rPr b="1" spc="-1"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Input</a:t>
                      </a:r>
                    </a:p>
                  </a:txBody>
                  <a:tcPr marL="45720" marR="45720" marT="45720" marB="45720" anchor="ctr" anchorCtr="0" horzOverflow="overflow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solidFill>
                      <a:srgbClr val="0F6FC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/>
                        <a:defRPr spc="0" sz="1800"/>
                      </a:pPr>
                      <a:r>
                        <a:rPr b="1" spc="-1"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Analysis Type</a:t>
                      </a:r>
                    </a:p>
                  </a:txBody>
                  <a:tcPr marL="45720" marR="45720" marT="45720" marB="45720" anchor="ctr" anchorCtr="0" horzOverflow="overflow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solidFill>
                      <a:srgbClr val="0F6FC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/>
                        <a:defRPr spc="0" sz="1800"/>
                      </a:pPr>
                      <a:r>
                        <a:rPr b="1" spc="-1"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Output / Findings</a:t>
                      </a:r>
                    </a:p>
                  </a:txBody>
                  <a:tcPr marL="45720" marR="45720" marT="45720" marB="45720" anchor="ctr" anchorCtr="0" horzOverflow="overflow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solidFill>
                      <a:srgbClr val="0F6FC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tabLst/>
                        <a:defRPr spc="0" sz="1800"/>
                      </a:pPr>
                      <a:r>
                        <a:rPr spc="-1" sz="150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Risk Agent</a:t>
                      </a:r>
                    </a:p>
                  </a:txBody>
                  <a:tcPr marL="45720" marR="45720" marT="45720" marB="45720" anchor="ctr" anchorCtr="0" horzOverflow="overflow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/>
                        <a:defRPr spc="0" sz="1800"/>
                      </a:pPr>
                      <a:r>
                        <a:rPr spc="-1" sz="150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 diff (all files)</a:t>
                      </a:r>
                    </a:p>
                  </a:txBody>
                  <a:tcPr marL="45720" marR="45720" marT="45720" marB="45720" anchor="ctr" anchorCtr="0" horzOverflow="overflow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/>
                        <a:defRPr spc="0" sz="1800"/>
                      </a:pPr>
                      <a:r>
                        <a:rPr spc="-1" sz="150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Risk assessment</a:t>
                      </a:r>
                    </a:p>
                  </a:txBody>
                  <a:tcPr marL="45720" marR="45720" marT="45720" marB="45720" anchor="ctr" anchorCtr="0" horzOverflow="overflow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/>
                        <a:defRPr spc="0" sz="1800"/>
                      </a:pPr>
                      <a:r>
                        <a:rPr spc="-1" sz="150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risk_score, reason</a:t>
                      </a:r>
                    </a:p>
                  </a:txBody>
                  <a:tcPr marL="45720" marR="45720" marT="45720" marB="45720" anchor="ctr" anchorCtr="0" horzOverflow="overflow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solidFill>
                      <a:srgbClr val="CCD5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tabLst/>
                        <a:defRPr spc="0" sz="1800"/>
                      </a:pPr>
                      <a:r>
                        <a:rPr spc="-1" sz="150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Security Agent</a:t>
                      </a:r>
                    </a:p>
                  </a:txBody>
                  <a:tcPr marL="45720" marR="45720" marT="45720" marB="45720" anchor="ctr" anchorCtr="0" horzOverflow="overflow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/>
                        <a:defRPr spc="0" sz="1800"/>
                      </a:pPr>
                      <a:r>
                        <a:rPr spc="-1" sz="150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 diff (all files)</a:t>
                      </a:r>
                    </a:p>
                  </a:txBody>
                  <a:tcPr marL="45720" marR="45720" marT="45720" marB="45720" anchor="ctr" anchorCtr="0" horzOverflow="overflow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/>
                        <a:defRPr spc="0" sz="1800"/>
                      </a:pPr>
                      <a:r>
                        <a:rPr spc="-1" sz="150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Vulnerability scan</a:t>
                      </a:r>
                    </a:p>
                  </a:txBody>
                  <a:tcPr marL="45720" marR="45720" marT="45720" marB="45720" anchor="ctr" anchorCtr="0" horzOverflow="overflow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/>
                        <a:defRPr spc="0" sz="1800"/>
                      </a:pPr>
                      <a:r>
                        <a:rPr spc="-1" sz="150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Hardcoded secrets, unsafe functions</a:t>
                      </a:r>
                    </a:p>
                  </a:txBody>
                  <a:tcPr marL="45720" marR="45720" marT="45720" marB="45720" anchor="ctr" anchorCtr="0" horzOverflow="overflow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solidFill>
                      <a:srgbClr val="E7EB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tabLst/>
                        <a:defRPr spc="0" sz="1800"/>
                      </a:pPr>
                      <a:r>
                        <a:rPr spc="-1" sz="150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Performance Agent</a:t>
                      </a:r>
                    </a:p>
                  </a:txBody>
                  <a:tcPr marL="45720" marR="45720" marT="45720" marB="45720" anchor="ctr" anchorCtr="0" horzOverflow="overflow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/>
                        <a:defRPr spc="0" sz="1800"/>
                      </a:pPr>
                      <a:r>
                        <a:rPr spc="-1" sz="150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 diff (all files)</a:t>
                      </a:r>
                    </a:p>
                  </a:txBody>
                  <a:tcPr marL="45720" marR="45720" marT="45720" marB="45720" anchor="ctr" anchorCtr="0" horzOverflow="overflow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/>
                        <a:defRPr spc="0" sz="1800"/>
                      </a:pPr>
                      <a:r>
                        <a:rPr spc="-1" sz="150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Efficiency review</a:t>
                      </a:r>
                    </a:p>
                  </a:txBody>
                  <a:tcPr marL="45720" marR="45720" marT="45720" marB="45720" anchor="ctr" anchorCtr="0" horzOverflow="overflow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/>
                        <a:defRPr spc="0" sz="1800"/>
                      </a:pPr>
                      <a:r>
                        <a:rPr spc="-1" sz="150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Slow loops, redundant ops</a:t>
                      </a:r>
                    </a:p>
                  </a:txBody>
                  <a:tcPr marL="45720" marR="45720" marT="45720" marB="45720" anchor="ctr" anchorCtr="0" horzOverflow="overflow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solidFill>
                      <a:srgbClr val="CCD5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tabLst/>
                        <a:defRPr spc="0" sz="1800"/>
                      </a:pPr>
                      <a:r>
                        <a:rPr spc="-1" sz="150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Style Agent</a:t>
                      </a:r>
                    </a:p>
                  </a:txBody>
                  <a:tcPr marL="45720" marR="45720" marT="45720" marB="45720" anchor="ctr" anchorCtr="0" horzOverflow="overflow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/>
                        <a:defRPr spc="0" sz="1800"/>
                      </a:pPr>
                      <a:r>
                        <a:rPr spc="-1" sz="150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 diff (all files)</a:t>
                      </a:r>
                    </a:p>
                  </a:txBody>
                  <a:tcPr marL="45720" marR="45720" marT="45720" marB="45720" anchor="ctr" anchorCtr="0" horzOverflow="overflow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/>
                        <a:defRPr spc="0" sz="1800"/>
                      </a:pPr>
                      <a:r>
                        <a:rPr spc="-1" sz="150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 style check</a:t>
                      </a:r>
                    </a:p>
                  </a:txBody>
                  <a:tcPr marL="45720" marR="45720" marT="45720" marB="45720" anchor="ctr" anchorCtr="0" horzOverflow="overflow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/>
                        <a:defRPr spc="0" sz="1800"/>
                      </a:pPr>
                      <a:r>
                        <a:rPr spc="-1" sz="150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Naming, formatting issues</a:t>
                      </a:r>
                    </a:p>
                  </a:txBody>
                  <a:tcPr marL="45720" marR="45720" marT="45720" marB="45720" anchor="ctr" anchorCtr="0" horzOverflow="overflow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solidFill>
                      <a:srgbClr val="E7EB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tabLst/>
                        <a:defRPr spc="0" sz="1800"/>
                      </a:pPr>
                      <a:r>
                        <a:rPr spc="-1" sz="150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 Review Agent</a:t>
                      </a:r>
                    </a:p>
                  </a:txBody>
                  <a:tcPr marL="45720" marR="45720" marT="45720" marB="45720" anchor="ctr" anchorCtr="0" horzOverflow="overflow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/>
                        <a:defRPr spc="0" sz="1800"/>
                      </a:pPr>
                      <a:r>
                        <a:rPr spc="-1" sz="150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agent outputs</a:t>
                      </a:r>
                    </a:p>
                  </a:txBody>
                  <a:tcPr marL="45720" marR="45720" marT="45720" marB="45720" anchor="ctr" anchorCtr="0" horzOverflow="overflow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/>
                        <a:defRPr spc="0" sz="1800"/>
                      </a:pPr>
                      <a:r>
                        <a:rPr spc="-1" sz="150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Summary generation</a:t>
                      </a:r>
                    </a:p>
                  </a:txBody>
                  <a:tcPr marL="45720" marR="45720" marT="45720" marB="45720" anchor="ctr" anchorCtr="0" horzOverflow="overflow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/>
                        <a:defRPr spc="0" sz="1800"/>
                      </a:pPr>
                      <a:r>
                        <a:rPr spc="-1" sz="150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Final review comment</a:t>
                      </a:r>
                    </a:p>
                  </a:txBody>
                  <a:tcPr marL="45720" marR="45720" marT="45720" marB="45720" anchor="ctr" anchorCtr="0" horzOverflow="overflow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solidFill>
                      <a:srgbClr val="CCD5EA"/>
                    </a:solidFill>
                  </a:tcPr>
                </a:tc>
              </a:tr>
            </a:tbl>
          </a:graphicData>
        </a:graphic>
      </p:graphicFrame>
      <p:sp>
        <p:nvSpPr>
          <p:cNvPr id="112" name="Date Placeholder 3"/>
          <p:cNvSpPr txBox="1"/>
          <p:nvPr/>
        </p:nvSpPr>
        <p:spPr>
          <a:xfrm>
            <a:off x="309959" y="6582827"/>
            <a:ext cx="2123282" cy="250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>
            <a:spAutoFit/>
          </a:bodyPr>
          <a:lstStyle>
            <a:lvl1pPr>
              <a:defRPr spc="-1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07/03/26</a:t>
            </a:r>
          </a:p>
        </p:txBody>
      </p:sp>
      <p:sp>
        <p:nvSpPr>
          <p:cNvPr id="113" name="Footer Placeholder 4"/>
          <p:cNvSpPr txBox="1"/>
          <p:nvPr/>
        </p:nvSpPr>
        <p:spPr>
          <a:xfrm>
            <a:off x="2902320" y="6492959"/>
            <a:ext cx="6511320" cy="365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>
            <a:normAutofit fontScale="100000" lnSpcReduction="0"/>
          </a:bodyPr>
          <a:lstStyle>
            <a:lvl1pPr algn="ctr">
              <a:defRPr spc="-100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International Institute of Information Technology, Naya Raipur</a:t>
            </a:r>
          </a:p>
        </p:txBody>
      </p:sp>
      <p:sp>
        <p:nvSpPr>
          <p:cNvPr id="114" name="Slide Number Placeholder 5"/>
          <p:cNvSpPr txBox="1"/>
          <p:nvPr>
            <p:ph type="sldNum" sz="quarter" idx="4294967295"/>
          </p:nvPr>
        </p:nvSpPr>
        <p:spPr>
          <a:xfrm>
            <a:off x="11373896" y="6550247"/>
            <a:ext cx="235385" cy="2504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>
            <a:normAutofit fontScale="100000" lnSpcReduction="0"/>
          </a:bodyPr>
          <a:lstStyle>
            <a:lvl1pPr>
              <a:tabLst/>
              <a:defRPr spc="-1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ample review for a pull request…"/>
          <p:cNvSpPr txBox="1"/>
          <p:nvPr/>
        </p:nvSpPr>
        <p:spPr>
          <a:xfrm>
            <a:off x="186962" y="1082699"/>
            <a:ext cx="10666801" cy="4692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just">
              <a:lnSpc>
                <a:spcPct val="90000"/>
              </a:lnSpc>
              <a:spcBef>
                <a:spcPts val="600"/>
              </a:spcBef>
              <a:defRPr spc="-100" sz="2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Sample review for a pull request </a:t>
            </a:r>
          </a:p>
          <a:p>
            <a:pPr marL="228600" indent="-228600" algn="just">
              <a:lnSpc>
                <a:spcPct val="90000"/>
              </a:lnSpc>
              <a:spcBef>
                <a:spcPts val="600"/>
              </a:spcBef>
              <a:buClr>
                <a:srgbClr val="002060"/>
              </a:buClr>
              <a:buSzPct val="100000"/>
              <a:buFont typeface="Arial"/>
              <a:buChar char="•"/>
              <a:defRPr spc="-100" sz="2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Summary: Added a new login function with JWT-based authentication.</a:t>
            </a:r>
          </a:p>
          <a:p>
            <a:pPr marL="228600" indent="-228600" algn="just">
              <a:lnSpc>
                <a:spcPct val="90000"/>
              </a:lnSpc>
              <a:spcBef>
                <a:spcPts val="600"/>
              </a:spcBef>
              <a:buClr>
                <a:srgbClr val="002060"/>
              </a:buClr>
              <a:buSzPct val="100000"/>
              <a:buFont typeface="Arial"/>
              <a:buChar char="•"/>
              <a:defRPr spc="-100" sz="2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Security Findings: Avoid using eval()  potential code injection vulnerability detected.</a:t>
            </a:r>
          </a:p>
          <a:p>
            <a:pPr marL="228600" indent="-228600" algn="just">
              <a:lnSpc>
                <a:spcPct val="90000"/>
              </a:lnSpc>
              <a:spcBef>
                <a:spcPts val="600"/>
              </a:spcBef>
              <a:buClr>
                <a:srgbClr val="002060"/>
              </a:buClr>
              <a:buSzPct val="100000"/>
              <a:buFont typeface="Arial"/>
              <a:buChar char="•"/>
              <a:defRPr spc="-100" sz="2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Performance Issues: Nested loop O(n^2) detected - can be optimised.</a:t>
            </a:r>
          </a:p>
          <a:p>
            <a:pPr marL="228600" indent="-228600" algn="just">
              <a:lnSpc>
                <a:spcPct val="90000"/>
              </a:lnSpc>
              <a:spcBef>
                <a:spcPts val="600"/>
              </a:spcBef>
              <a:buClr>
                <a:srgbClr val="002060"/>
              </a:buClr>
              <a:buSzPct val="100000"/>
              <a:buFont typeface="Arial"/>
              <a:buChar char="•"/>
              <a:defRPr spc="-100" sz="2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Style Suggestions: Function name addUser should follow camelCase naming conventions.</a:t>
            </a:r>
          </a:p>
          <a:p>
            <a:pPr marL="228600" indent="-228600" algn="just">
              <a:lnSpc>
                <a:spcPct val="90000"/>
              </a:lnSpc>
              <a:spcBef>
                <a:spcPts val="600"/>
              </a:spcBef>
              <a:buClr>
                <a:srgbClr val="002060"/>
              </a:buClr>
              <a:buSzPct val="100000"/>
              <a:buFont typeface="Arial"/>
              <a:buChar char="•"/>
              <a:defRPr spc="-100" sz="2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Risk Score: 4/10 - Changes modify authentication logic, requires careful review.</a:t>
            </a:r>
          </a:p>
          <a:p>
            <a:pPr marL="228600" indent="-228600" algn="just">
              <a:lnSpc>
                <a:spcPct val="90000"/>
              </a:lnSpc>
              <a:spcBef>
                <a:spcPts val="600"/>
              </a:spcBef>
              <a:buClr>
                <a:srgbClr val="002060"/>
              </a:buClr>
              <a:buSzPct val="100000"/>
              <a:buFont typeface="Arial"/>
              <a:buChar char="•"/>
              <a:defRPr spc="-100" sz="2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System analysed 3 files and produced a structured review in under 10 seconds.</a:t>
            </a:r>
          </a:p>
        </p:txBody>
      </p:sp>
      <p:sp>
        <p:nvSpPr>
          <p:cNvPr id="117" name="PlaceHolder 1"/>
          <p:cNvSpPr txBox="1"/>
          <p:nvPr>
            <p:ph type="title" idx="4294967295"/>
          </p:nvPr>
        </p:nvSpPr>
        <p:spPr>
          <a:xfrm>
            <a:off x="170340" y="147247"/>
            <a:ext cx="10515601" cy="944641"/>
          </a:xfrm>
          <a:prstGeom prst="rect">
            <a:avLst/>
          </a:prstGeom>
        </p:spPr>
        <p:txBody>
          <a:bodyPr lIns="45719" tIns="45719" rIns="45719" bIns="45719">
            <a:normAutofit fontScale="100000" lnSpcReduction="0"/>
          </a:bodyPr>
          <a:lstStyle>
            <a:lvl1pPr>
              <a:defRPr spc="-100">
                <a:solidFill>
                  <a:srgbClr val="002060"/>
                </a:solidFill>
              </a:defRPr>
            </a:lvl1pPr>
          </a:lstStyle>
          <a:p>
            <a:pPr/>
            <a:r>
              <a:t>Results &amp; Discussion</a:t>
            </a:r>
          </a:p>
        </p:txBody>
      </p:sp>
      <p:sp>
        <p:nvSpPr>
          <p:cNvPr id="118" name="Date Placeholder 3"/>
          <p:cNvSpPr txBox="1"/>
          <p:nvPr/>
        </p:nvSpPr>
        <p:spPr>
          <a:xfrm>
            <a:off x="309959" y="6582827"/>
            <a:ext cx="2123282" cy="250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>
            <a:spAutoFit/>
          </a:bodyPr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pc="-1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07/03/26</a:t>
            </a:r>
          </a:p>
        </p:txBody>
      </p:sp>
      <p:sp>
        <p:nvSpPr>
          <p:cNvPr id="119" name="Footer Placeholder 4"/>
          <p:cNvSpPr txBox="1"/>
          <p:nvPr/>
        </p:nvSpPr>
        <p:spPr>
          <a:xfrm>
            <a:off x="2902320" y="6492959"/>
            <a:ext cx="6511320" cy="365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>
            <a:normAutofit fontScale="100000" lnSpcReduction="0"/>
          </a:bodyPr>
          <a:lstStyle>
            <a:lvl1pPr algn="ctr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pc="-100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International Institute of Information Technology, Naya Raipur</a:t>
            </a:r>
          </a:p>
        </p:txBody>
      </p:sp>
      <p:sp>
        <p:nvSpPr>
          <p:cNvPr id="120" name="Slide Number Placeholder 5"/>
          <p:cNvSpPr txBox="1"/>
          <p:nvPr>
            <p:ph type="sldNum" sz="quarter" idx="4294967295"/>
          </p:nvPr>
        </p:nvSpPr>
        <p:spPr>
          <a:xfrm>
            <a:off x="11373896" y="6550247"/>
            <a:ext cx="235385" cy="2504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>
            <a:normAutofit fontScale="100000" lnSpcReduction="0"/>
          </a:bodyPr>
          <a:lstStyle>
            <a:lvl1pPr>
              <a:defRPr spc="-1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  <p:pic>
        <p:nvPicPr>
          <p:cNvPr id="121" name="pasted-movie.heic" descr="pasted-movie.heic"/>
          <p:cNvPicPr>
            <a:picLocks noChangeAspect="1"/>
          </p:cNvPicPr>
          <p:nvPr/>
        </p:nvPicPr>
        <p:blipFill>
          <a:blip r:embed="rId2">
            <a:extLst/>
          </a:blip>
          <a:srcRect l="0" t="1086" r="0" b="14794"/>
          <a:stretch>
            <a:fillRect/>
          </a:stretch>
        </p:blipFill>
        <p:spPr>
          <a:xfrm>
            <a:off x="120673" y="956841"/>
            <a:ext cx="5431966" cy="46283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22" name="pasted-movie.heic" descr="pasted-movie.heic"/>
          <p:cNvPicPr>
            <a:picLocks noChangeAspect="1"/>
          </p:cNvPicPr>
          <p:nvPr/>
        </p:nvPicPr>
        <p:blipFill>
          <a:blip r:embed="rId2">
            <a:extLst/>
          </a:blip>
          <a:srcRect l="0" t="86610" r="0" b="0"/>
          <a:stretch>
            <a:fillRect/>
          </a:stretch>
        </p:blipFill>
        <p:spPr>
          <a:xfrm>
            <a:off x="105988" y="5655294"/>
            <a:ext cx="5461492" cy="740723"/>
          </a:xfrm>
          <a:prstGeom prst="rect">
            <a:avLst/>
          </a:prstGeom>
          <a:ln w="12700">
            <a:miter lim="400000"/>
          </a:ln>
        </p:spPr>
      </p:pic>
      <p:pic>
        <p:nvPicPr>
          <p:cNvPr id="123" name="pasted-movie.heic" descr="pasted-movie.heic"/>
          <p:cNvPicPr>
            <a:picLocks noChangeAspect="1"/>
          </p:cNvPicPr>
          <p:nvPr/>
        </p:nvPicPr>
        <p:blipFill>
          <a:blip r:embed="rId3">
            <a:extLst/>
          </a:blip>
          <a:srcRect l="0" t="0" r="6745" b="0"/>
          <a:stretch>
            <a:fillRect/>
          </a:stretch>
        </p:blipFill>
        <p:spPr>
          <a:xfrm>
            <a:off x="5515313" y="953521"/>
            <a:ext cx="5163763" cy="544214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uccessfully implemented a modular, multi-agent AI system for automated GitHub PR review.…"/>
          <p:cNvSpPr txBox="1"/>
          <p:nvPr/>
        </p:nvSpPr>
        <p:spPr>
          <a:xfrm>
            <a:off x="883800" y="1582200"/>
            <a:ext cx="10424161" cy="4054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228600" indent="-228600" algn="just">
              <a:lnSpc>
                <a:spcPct val="90000"/>
              </a:lnSpc>
              <a:spcBef>
                <a:spcPts val="600"/>
              </a:spcBef>
              <a:buClr>
                <a:srgbClr val="002060"/>
              </a:buClr>
              <a:buSzPct val="100000"/>
              <a:buFont typeface="Arial"/>
              <a:buChar char="•"/>
              <a:defRPr b="1" spc="-100" sz="2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Successfully implemented a modular, multi-agent AI system for automated GitHub PR review.</a:t>
            </a:r>
          </a:p>
          <a:p>
            <a:pPr marL="228600" indent="-228600" algn="just">
              <a:lnSpc>
                <a:spcPct val="90000"/>
              </a:lnSpc>
              <a:spcBef>
                <a:spcPts val="600"/>
              </a:spcBef>
              <a:buClr>
                <a:srgbClr val="002060"/>
              </a:buClr>
              <a:buSzPct val="100000"/>
              <a:buFont typeface="Arial"/>
              <a:buChar char="•"/>
              <a:defRPr spc="-100" sz="2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The system reduces manual review effort and catches bugs, security and performance issues automatically.</a:t>
            </a:r>
          </a:p>
          <a:p>
            <a:pPr marL="228600" indent="-228600" algn="just">
              <a:lnSpc>
                <a:spcPct val="90000"/>
              </a:lnSpc>
              <a:spcBef>
                <a:spcPts val="600"/>
              </a:spcBef>
              <a:buClr>
                <a:srgbClr val="002060"/>
              </a:buClr>
              <a:buSzPct val="100000"/>
              <a:buFont typeface="Arial"/>
              <a:buChar char="•"/>
              <a:defRPr b="1" spc="-100" sz="2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Future Directions:</a:t>
            </a:r>
          </a:p>
          <a:p>
            <a:pPr marL="228600" indent="-228600" algn="just">
              <a:lnSpc>
                <a:spcPct val="90000"/>
              </a:lnSpc>
              <a:spcBef>
                <a:spcPts val="600"/>
              </a:spcBef>
              <a:buClr>
                <a:srgbClr val="002060"/>
              </a:buClr>
              <a:buSzPct val="100000"/>
              <a:buFont typeface="Arial"/>
              <a:buChar char="•"/>
              <a:defRPr spc="-100" sz="2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Add CI/CD pipeline integration via GitHub Actions Webhook triggers.</a:t>
            </a:r>
          </a:p>
          <a:p>
            <a:pPr marL="228600" indent="-228600" algn="just">
              <a:lnSpc>
                <a:spcPct val="90000"/>
              </a:lnSpc>
              <a:spcBef>
                <a:spcPts val="600"/>
              </a:spcBef>
              <a:buClr>
                <a:srgbClr val="002060"/>
              </a:buClr>
              <a:buSzPct val="100000"/>
              <a:buFont typeface="Arial"/>
              <a:buChar char="•"/>
              <a:defRPr spc="-100" sz="2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Train domain-specific fine-tuned models for more accurate code analysis.</a:t>
            </a:r>
          </a:p>
          <a:p>
            <a:pPr marL="228600" indent="-228600" algn="just">
              <a:lnSpc>
                <a:spcPct val="90000"/>
              </a:lnSpc>
              <a:spcBef>
                <a:spcPts val="600"/>
              </a:spcBef>
              <a:buClr>
                <a:srgbClr val="002060"/>
              </a:buClr>
              <a:buSzPct val="100000"/>
              <a:buFont typeface="Arial"/>
              <a:buChar char="•"/>
              <a:defRPr spc="-100" sz="2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Add support for more programming languages and frameworks.</a:t>
            </a:r>
          </a:p>
          <a:p>
            <a:pPr marL="228600" indent="-228600" algn="just">
              <a:lnSpc>
                <a:spcPct val="90000"/>
              </a:lnSpc>
              <a:spcBef>
                <a:spcPts val="600"/>
              </a:spcBef>
              <a:buClr>
                <a:srgbClr val="002060"/>
              </a:buClr>
              <a:buSzPct val="100000"/>
              <a:buFont typeface="Arial"/>
              <a:buChar char="•"/>
              <a:defRPr spc="-100" sz="2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Build a dashboard to track review history and agent performance metrics.</a:t>
            </a:r>
          </a:p>
        </p:txBody>
      </p:sp>
      <p:sp>
        <p:nvSpPr>
          <p:cNvPr id="126" name="PlaceHolder 1"/>
          <p:cNvSpPr txBox="1"/>
          <p:nvPr>
            <p:ph type="title" idx="4294967295"/>
          </p:nvPr>
        </p:nvSpPr>
        <p:spPr>
          <a:xfrm>
            <a:off x="838080" y="365039"/>
            <a:ext cx="10515601" cy="1325522"/>
          </a:xfrm>
          <a:prstGeom prst="rect">
            <a:avLst/>
          </a:prstGeom>
        </p:spPr>
        <p:txBody>
          <a:bodyPr lIns="45719" tIns="45719" rIns="45719" bIns="45719">
            <a:normAutofit fontScale="100000" lnSpcReduction="0"/>
          </a:bodyPr>
          <a:lstStyle>
            <a:lvl1pPr>
              <a:defRPr spc="-100">
                <a:solidFill>
                  <a:srgbClr val="002060"/>
                </a:solidFill>
              </a:defRPr>
            </a:lvl1pPr>
          </a:lstStyle>
          <a:p>
            <a:pPr/>
            <a:r>
              <a:t>Conclusion &amp; Future Directions</a:t>
            </a:r>
          </a:p>
        </p:txBody>
      </p:sp>
      <p:sp>
        <p:nvSpPr>
          <p:cNvPr id="127" name="Date Placeholder 3"/>
          <p:cNvSpPr txBox="1"/>
          <p:nvPr/>
        </p:nvSpPr>
        <p:spPr>
          <a:xfrm>
            <a:off x="309959" y="6582827"/>
            <a:ext cx="2123282" cy="250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>
            <a:spAutoFit/>
          </a:bodyPr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pc="-1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07/03/26</a:t>
            </a:r>
          </a:p>
        </p:txBody>
      </p:sp>
      <p:sp>
        <p:nvSpPr>
          <p:cNvPr id="128" name="Footer Placeholder 4"/>
          <p:cNvSpPr txBox="1"/>
          <p:nvPr/>
        </p:nvSpPr>
        <p:spPr>
          <a:xfrm>
            <a:off x="2902320" y="6492959"/>
            <a:ext cx="6511320" cy="365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>
            <a:normAutofit fontScale="100000" lnSpcReduction="0"/>
          </a:bodyPr>
          <a:lstStyle>
            <a:lvl1pPr algn="ctr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pc="-100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International Institute of Information Technology, Naya Raipur</a:t>
            </a:r>
          </a:p>
        </p:txBody>
      </p:sp>
      <p:sp>
        <p:nvSpPr>
          <p:cNvPr id="129" name="Slide Number Placeholder 5"/>
          <p:cNvSpPr txBox="1"/>
          <p:nvPr>
            <p:ph type="sldNum" sz="quarter" idx="4294967295"/>
          </p:nvPr>
        </p:nvSpPr>
        <p:spPr>
          <a:xfrm>
            <a:off x="11373896" y="6550247"/>
            <a:ext cx="235385" cy="2504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>
            <a:normAutofit fontScale="100000" lnSpcReduction="0"/>
          </a:bodyPr>
          <a:lstStyle>
            <a:lvl1pPr>
              <a:defRPr spc="-1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hase 1 (Complete): CLI tool, GitHub API integration, diff parser, all 5 core agents.…"/>
          <p:cNvSpPr txBox="1"/>
          <p:nvPr/>
        </p:nvSpPr>
        <p:spPr>
          <a:xfrm>
            <a:off x="548999" y="1560406"/>
            <a:ext cx="10758962" cy="4351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228600" indent="-228600" algn="just">
              <a:lnSpc>
                <a:spcPct val="90000"/>
              </a:lnSpc>
              <a:spcBef>
                <a:spcPts val="600"/>
              </a:spcBef>
              <a:buClr>
                <a:srgbClr val="002060"/>
              </a:buClr>
              <a:buSzPct val="100000"/>
              <a:buFont typeface="Arial"/>
              <a:buChar char="•"/>
              <a:defRPr spc="-100" sz="2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Phase 1 (Complete): CLI tool, GitHub API integration, diff parser, all 5 core agents.</a:t>
            </a:r>
          </a:p>
          <a:p>
            <a:pPr marL="228600" indent="-228600" algn="just">
              <a:lnSpc>
                <a:spcPct val="90000"/>
              </a:lnSpc>
              <a:spcBef>
                <a:spcPts val="600"/>
              </a:spcBef>
              <a:buClr>
                <a:srgbClr val="002060"/>
              </a:buClr>
              <a:buSzPct val="100000"/>
              <a:buFont typeface="Arial"/>
              <a:buChar char="•"/>
              <a:defRPr spc="-100" sz="2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Phase 2 (In Progress): Improve agent accuracy, add test coverage, handle edge cases.</a:t>
            </a:r>
          </a:p>
          <a:p>
            <a:pPr marL="228600" indent="-228600" algn="just">
              <a:lnSpc>
                <a:spcPct val="90000"/>
              </a:lnSpc>
              <a:spcBef>
                <a:spcPts val="600"/>
              </a:spcBef>
              <a:buClr>
                <a:srgbClr val="002060"/>
              </a:buClr>
              <a:buSzPct val="100000"/>
              <a:buFont typeface="Arial"/>
              <a:buChar char="•"/>
              <a:defRPr spc="-100" sz="2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Phase 3 (Upcoming): CI/CD integration via GitHub Actions Webhook automation.</a:t>
            </a:r>
          </a:p>
          <a:p>
            <a:pPr marL="228600" indent="-228600" algn="just">
              <a:lnSpc>
                <a:spcPct val="90000"/>
              </a:lnSpc>
              <a:spcBef>
                <a:spcPts val="600"/>
              </a:spcBef>
              <a:buClr>
                <a:srgbClr val="002060"/>
              </a:buClr>
              <a:buSzPct val="100000"/>
              <a:buFont typeface="Arial"/>
              <a:buChar char="•"/>
              <a:defRPr spc="-100" sz="2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Phase 4 (Future): Model fine-tuning on domain-specific code review datasets.</a:t>
            </a:r>
          </a:p>
          <a:p>
            <a:pPr marL="228600" indent="-228600" algn="just">
              <a:lnSpc>
                <a:spcPct val="90000"/>
              </a:lnSpc>
              <a:spcBef>
                <a:spcPts val="600"/>
              </a:spcBef>
              <a:buClr>
                <a:srgbClr val="002060"/>
              </a:buClr>
              <a:buSzPct val="100000"/>
              <a:buFont typeface="Arial"/>
              <a:buChar char="•"/>
              <a:defRPr spc="-100" sz="2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Phase 5(Future): Automated analysis of suggestion mails to create GitHub Issues.</a:t>
            </a:r>
          </a:p>
        </p:txBody>
      </p:sp>
      <p:sp>
        <p:nvSpPr>
          <p:cNvPr id="132" name="PlaceHolder 1"/>
          <p:cNvSpPr txBox="1"/>
          <p:nvPr>
            <p:ph type="title" idx="4294967295"/>
          </p:nvPr>
        </p:nvSpPr>
        <p:spPr>
          <a:xfrm>
            <a:off x="503279" y="365039"/>
            <a:ext cx="10850402" cy="1325522"/>
          </a:xfrm>
          <a:prstGeom prst="rect">
            <a:avLst/>
          </a:prstGeom>
        </p:spPr>
        <p:txBody>
          <a:bodyPr lIns="45719" tIns="45719" rIns="45719" bIns="45719">
            <a:normAutofit fontScale="100000" lnSpcReduction="0"/>
          </a:bodyPr>
          <a:lstStyle>
            <a:lvl1pPr>
              <a:defRPr spc="-100">
                <a:solidFill>
                  <a:srgbClr val="002060"/>
                </a:solidFill>
              </a:defRPr>
            </a:lvl1pPr>
          </a:lstStyle>
          <a:p>
            <a:pPr/>
            <a:r>
              <a:t>Plan of Action</a:t>
            </a:r>
          </a:p>
        </p:txBody>
      </p:sp>
      <p:sp>
        <p:nvSpPr>
          <p:cNvPr id="133" name="Date Placeholder 3"/>
          <p:cNvSpPr txBox="1"/>
          <p:nvPr/>
        </p:nvSpPr>
        <p:spPr>
          <a:xfrm>
            <a:off x="309959" y="6582827"/>
            <a:ext cx="2123282" cy="250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>
            <a:spAutoFit/>
          </a:bodyPr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pc="-1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07/03/26</a:t>
            </a:r>
          </a:p>
        </p:txBody>
      </p:sp>
      <p:sp>
        <p:nvSpPr>
          <p:cNvPr id="134" name="Footer Placeholder 4"/>
          <p:cNvSpPr txBox="1"/>
          <p:nvPr/>
        </p:nvSpPr>
        <p:spPr>
          <a:xfrm>
            <a:off x="2902320" y="6492959"/>
            <a:ext cx="6511320" cy="365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>
            <a:normAutofit fontScale="100000" lnSpcReduction="0"/>
          </a:bodyPr>
          <a:lstStyle>
            <a:lvl1pPr algn="ctr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pc="-100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International Institute of Information Technology, Naya Raipur</a:t>
            </a:r>
          </a:p>
        </p:txBody>
      </p:sp>
      <p:sp>
        <p:nvSpPr>
          <p:cNvPr id="135" name="Slide Number Placeholder 5"/>
          <p:cNvSpPr txBox="1"/>
          <p:nvPr>
            <p:ph type="sldNum" sz="quarter" idx="4294967295"/>
          </p:nvPr>
        </p:nvSpPr>
        <p:spPr>
          <a:xfrm>
            <a:off x="11373896" y="6550247"/>
            <a:ext cx="235385" cy="2504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>
            <a:normAutofit fontScale="100000" lnSpcReduction="0"/>
          </a:bodyPr>
          <a:lstStyle>
            <a:lvl1pPr>
              <a:defRPr spc="-1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Tijdelijke aanduiding voor tekst 5"/>
          <p:cNvGrpSpPr/>
          <p:nvPr/>
        </p:nvGrpSpPr>
        <p:grpSpPr>
          <a:xfrm>
            <a:off x="-1" y="3240"/>
            <a:ext cx="12192122" cy="4727520"/>
            <a:chOff x="0" y="0"/>
            <a:chExt cx="12192120" cy="4727519"/>
          </a:xfrm>
        </p:grpSpPr>
        <p:sp>
          <p:nvSpPr>
            <p:cNvPr id="137" name="Rectangle"/>
            <p:cNvSpPr/>
            <p:nvPr/>
          </p:nvSpPr>
          <p:spPr>
            <a:xfrm>
              <a:off x="-1" y="0"/>
              <a:ext cx="12192122" cy="4727520"/>
            </a:xfrm>
            <a:prstGeom prst="rect">
              <a:avLst/>
            </a:prstGeom>
            <a:solidFill>
              <a:srgbClr val="0C257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  <a:tabLst>
                  <a:tab pos="673100" algn="l"/>
                  <a:tab pos="1358900" algn="l"/>
                  <a:tab pos="2044700" algn="l"/>
                  <a:tab pos="2730500" algn="l"/>
                  <a:tab pos="3416300" algn="l"/>
                  <a:tab pos="4102100" algn="l"/>
                  <a:tab pos="4787900" algn="l"/>
                  <a:tab pos="5473700" algn="l"/>
                  <a:tab pos="6146800" algn="l"/>
                  <a:tab pos="6832600" algn="l"/>
                  <a:tab pos="7518400" algn="l"/>
                  <a:tab pos="8204200" algn="l"/>
                  <a:tab pos="8890000" algn="l"/>
                  <a:tab pos="9575800" algn="l"/>
                  <a:tab pos="10261600" algn="l"/>
                  <a:tab pos="10934700" algn="l"/>
                </a:tabLst>
                <a:defRPr spc="-1" sz="1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38" name=".."/>
            <p:cNvSpPr txBox="1"/>
            <p:nvPr/>
          </p:nvSpPr>
          <p:spPr>
            <a:xfrm>
              <a:off x="-1" y="0"/>
              <a:ext cx="12192122" cy="47275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rmAutofit fontScale="100000" lnSpcReduction="0"/>
            </a:bodyPr>
            <a:lstStyle>
              <a:lvl1pPr>
                <a:lnSpc>
                  <a:spcPct val="90000"/>
                </a:lnSpc>
                <a:spcBef>
                  <a:spcPts val="400"/>
                </a:spcBef>
                <a:tabLst>
                  <a:tab pos="673100" algn="l"/>
                  <a:tab pos="1358900" algn="l"/>
                  <a:tab pos="2044700" algn="l"/>
                  <a:tab pos="2730500" algn="l"/>
                  <a:tab pos="3416300" algn="l"/>
                  <a:tab pos="4102100" algn="l"/>
                  <a:tab pos="4787900" algn="l"/>
                  <a:tab pos="5473700" algn="l"/>
                  <a:tab pos="6146800" algn="l"/>
                  <a:tab pos="6832600" algn="l"/>
                  <a:tab pos="7518400" algn="l"/>
                  <a:tab pos="8204200" algn="l"/>
                  <a:tab pos="8890000" algn="l"/>
                  <a:tab pos="9575800" algn="l"/>
                  <a:tab pos="10261600" algn="l"/>
                  <a:tab pos="10934700" algn="l"/>
                </a:tabLst>
                <a:defRPr spc="-100" sz="100">
                  <a:solidFill>
                    <a:srgbClr val="0C2577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..</a:t>
              </a:r>
            </a:p>
          </p:txBody>
        </p:sp>
      </p:grpSp>
      <p:sp>
        <p:nvSpPr>
          <p:cNvPr id="140" name="PlaceHolder 1"/>
          <p:cNvSpPr txBox="1"/>
          <p:nvPr>
            <p:ph type="title" idx="4294967295"/>
          </p:nvPr>
        </p:nvSpPr>
        <p:spPr>
          <a:xfrm>
            <a:off x="932040" y="1536839"/>
            <a:ext cx="10515601" cy="1325522"/>
          </a:xfrm>
          <a:prstGeom prst="rect">
            <a:avLst/>
          </a:prstGeom>
        </p:spPr>
        <p:txBody>
          <a:bodyPr lIns="45719" tIns="45719" rIns="45719" bIns="45719">
            <a:normAutofit fontScale="100000" lnSpcReduction="0"/>
          </a:bodyPr>
          <a:lstStyle>
            <a:lvl1pPr algn="ctr">
              <a:defRPr b="1" spc="-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Thank You</a:t>
            </a:r>
          </a:p>
        </p:txBody>
      </p:sp>
      <p:pic>
        <p:nvPicPr>
          <p:cNvPr id="141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5999" y="5002200"/>
            <a:ext cx="1244521" cy="1244521"/>
          </a:xfrm>
          <a:prstGeom prst="rect">
            <a:avLst/>
          </a:prstGeom>
          <a:ln w="12700">
            <a:miter lim="400000"/>
          </a:ln>
        </p:spPr>
      </p:pic>
      <p:sp>
        <p:nvSpPr>
          <p:cNvPr id="142" name="TextBox 6"/>
          <p:cNvSpPr txBox="1"/>
          <p:nvPr/>
        </p:nvSpPr>
        <p:spPr>
          <a:xfrm>
            <a:off x="1695959" y="5162400"/>
            <a:ext cx="5472721" cy="8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>
            <a:spAutoFit/>
          </a:bodyPr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b="1" spc="-1">
                <a:solidFill>
                  <a:srgbClr val="23298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Dr. Shyama Prasad Mukherjee International Institute of Information Technology, Naya Raipur </a:t>
            </a:r>
          </a:p>
        </p:txBody>
      </p:sp>
      <p:sp>
        <p:nvSpPr>
          <p:cNvPr id="143" name="Date Placeholder 7"/>
          <p:cNvSpPr txBox="1"/>
          <p:nvPr/>
        </p:nvSpPr>
        <p:spPr>
          <a:xfrm>
            <a:off x="309959" y="6518160"/>
            <a:ext cx="2123282" cy="30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>
            <a:normAutofit fontScale="100000" lnSpcReduction="0"/>
          </a:bodyPr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pc="-10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07/03/26</a:t>
            </a:r>
          </a:p>
        </p:txBody>
      </p:sp>
      <p:sp>
        <p:nvSpPr>
          <p:cNvPr id="144" name="Slide Number Placeholder 8"/>
          <p:cNvSpPr txBox="1"/>
          <p:nvPr>
            <p:ph type="sldNum" sz="quarter" idx="4294967295"/>
          </p:nvPr>
        </p:nvSpPr>
        <p:spPr>
          <a:xfrm>
            <a:off x="11351936" y="6510647"/>
            <a:ext cx="235385" cy="2504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>
            <a:normAutofit fontScale="100000" lnSpcReduction="0"/>
          </a:bodyPr>
          <a:lstStyle>
            <a:lvl1pPr>
              <a:defRPr spc="-1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145" name="Footer Placeholder 12"/>
          <p:cNvSpPr txBox="1"/>
          <p:nvPr/>
        </p:nvSpPr>
        <p:spPr>
          <a:xfrm>
            <a:off x="2902320" y="6492959"/>
            <a:ext cx="6511320" cy="365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>
            <a:normAutofit fontScale="100000" lnSpcReduction="0"/>
          </a:bodyPr>
          <a:lstStyle>
            <a:lvl1pPr algn="ctr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pc="-100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International Institute of Information Technology, Naya Raipur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1" presetID="2" grpId="1" fill="hold">
                                  <p:stCondLst>
                                    <p:cond delay="25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39" grpId="1"/>
    </p:bldLst>
  </p:timing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FF"/>
      </a:hlink>
      <a:folHlink>
        <a:srgbClr val="FF00FF"/>
      </a:folHlink>
    </a:clrScheme>
    <a:fontScheme name="Offic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FF"/>
      </a:hlink>
      <a:folHlink>
        <a:srgbClr val="FF00FF"/>
      </a:folHlink>
    </a:clrScheme>
    <a:fontScheme name="Offic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