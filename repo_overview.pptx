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CSC AI Copilot</a:t>
            </a:r>
          </a:p>
          <a:p>
            <a:pPr>
              <a:defRPr sz="2200">
                <a:solidFill>
                  <a:srgbClr val="8AB4F8"/>
                </a:solidFill>
              </a:defRPr>
            </a:pPr>
            <a:r>
              <a:t>GovTech Form Validation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1">
                <a:solidFill>
                  <a:srgbClr val="F0C040"/>
                </a:solidFill>
              </a:rPr>
              <a:t>Tech Stack:  </a:t>
            </a:r>
            <a:r>
              <a:rPr sz="1800">
                <a:solidFill>
                  <a:srgbClr val="DDDDDD"/>
                </a:solidFill>
              </a:rPr>
              <a:t>Express API + React/Vite frontend + Prisma ORM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0C040"/>
                </a:solidFill>
              </a:rPr>
              <a:t>Key Features:  </a:t>
            </a:r>
            <a:r>
              <a:rPr sz="1800">
                <a:solidFill>
                  <a:srgbClr val="DDDDDD"/>
                </a:solidFill>
              </a:rPr>
              <a:t>Dynamic schema forms, OCR pipeline, WhatsApp pre-check, ML risk analysis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0C040"/>
                </a:solidFill>
              </a:rPr>
              <a:t>Repository:  </a:t>
            </a:r>
            <a:r>
              <a:rPr sz="1800">
                <a:solidFill>
                  <a:srgbClr val="DDDDDD"/>
                </a:solidFill>
              </a:rPr>
              <a:t>Monorepo with apps/api, apps/operator-ui, packages/, scripts/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0C040"/>
                </a:solidFill>
              </a:rPr>
              <a:t>Purpose:  </a:t>
            </a:r>
            <a:r>
              <a:rPr sz="1800">
                <a:solidFill>
                  <a:srgbClr val="DDDDDD"/>
                </a:solidFill>
              </a:rPr>
              <a:t>Pre-submission validation for CSC operators on Chhattisgarh eDistrict portal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0C040"/>
                </a:solidFill>
              </a:rPr>
              <a:t>WhatsApp Flow:  </a:t>
            </a:r>
            <a:r>
              <a:rPr sz="1800">
                <a:solidFill>
                  <a:srgbClr val="DDDDDD"/>
                </a:solidFill>
              </a:rPr>
              <a:t>Reference ID lookup with PDF report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